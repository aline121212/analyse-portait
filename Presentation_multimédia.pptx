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16"/>
  </p:notesMasterIdLst>
  <p:sldIdLst>
    <p:sldId id="256" r:id="rId5"/>
    <p:sldId id="266" r:id="rId6"/>
    <p:sldId id="257" r:id="rId7"/>
    <p:sldId id="258" r:id="rId8"/>
    <p:sldId id="259" r:id="rId9"/>
    <p:sldId id="267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2BEB2C7-BB04-4E91-8D7C-78527DF75C97}">
          <p14:sldIdLst>
            <p14:sldId id="256"/>
            <p14:sldId id="266"/>
            <p14:sldId id="257"/>
            <p14:sldId id="258"/>
            <p14:sldId id="259"/>
            <p14:sldId id="267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EE"/>
    <a:srgbClr val="F7F8F8"/>
    <a:srgbClr val="F6F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69367-E94E-44DE-836F-1EA14F888B80}" v="507" dt="2025-11-10T22:13:41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94" autoAdjust="0"/>
  </p:normalViewPr>
  <p:slideViewPr>
    <p:cSldViewPr snapToGrid="0">
      <p:cViewPr varScale="1">
        <p:scale>
          <a:sx n="104" d="100"/>
          <a:sy n="104" d="100"/>
        </p:scale>
        <p:origin x="2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ukian, Aline Teresa" userId="d718f2d0-7537-4783-adad-678844fee1a5" providerId="ADAL" clId="{650F5C3F-1F02-48EE-A36B-F0F1EF35F278}"/>
    <pc:docChg chg="undo redo custSel addSld delSld modSld modSection">
      <pc:chgData name="Manoukian, Aline Teresa" userId="d718f2d0-7537-4783-adad-678844fee1a5" providerId="ADAL" clId="{650F5C3F-1F02-48EE-A36B-F0F1EF35F278}" dt="2025-11-10T22:13:43.571" v="2444"/>
      <pc:docMkLst>
        <pc:docMk/>
      </pc:docMkLst>
      <pc:sldChg chg="addSp delSp modSp mod modTransition setBg modAnim">
        <pc:chgData name="Manoukian, Aline Teresa" userId="d718f2d0-7537-4783-adad-678844fee1a5" providerId="ADAL" clId="{650F5C3F-1F02-48EE-A36B-F0F1EF35F278}" dt="2025-11-10T22:12:03.466" v="2412"/>
        <pc:sldMkLst>
          <pc:docMk/>
          <pc:sldMk cId="3113310097" sldId="256"/>
        </pc:sldMkLst>
        <pc:spChg chg="mod">
          <ac:chgData name="Manoukian, Aline Teresa" userId="d718f2d0-7537-4783-adad-678844fee1a5" providerId="ADAL" clId="{650F5C3F-1F02-48EE-A36B-F0F1EF35F278}" dt="2025-11-10T02:27:41.781" v="760" actId="1076"/>
          <ac:spMkLst>
            <pc:docMk/>
            <pc:sldMk cId="3113310097" sldId="256"/>
            <ac:spMk id="2" creationId="{659D7D97-5C0D-0202-BCCF-35CB240E1DBD}"/>
          </ac:spMkLst>
        </pc:spChg>
        <pc:spChg chg="mod">
          <ac:chgData name="Manoukian, Aline Teresa" userId="d718f2d0-7537-4783-adad-678844fee1a5" providerId="ADAL" clId="{650F5C3F-1F02-48EE-A36B-F0F1EF35F278}" dt="2025-11-10T22:12:03.466" v="2412"/>
          <ac:spMkLst>
            <pc:docMk/>
            <pc:sldMk cId="3113310097" sldId="256"/>
            <ac:spMk id="3" creationId="{72346A4A-D0F5-8F9E-1676-BDAE4C5431CA}"/>
          </ac:spMkLst>
        </pc:spChg>
        <pc:spChg chg="add del">
          <ac:chgData name="Manoukian, Aline Teresa" userId="d718f2d0-7537-4783-adad-678844fee1a5" providerId="ADAL" clId="{650F5C3F-1F02-48EE-A36B-F0F1EF35F278}" dt="2025-11-10T02:24:13.635" v="730" actId="26606"/>
          <ac:spMkLst>
            <pc:docMk/>
            <pc:sldMk cId="3113310097" sldId="256"/>
            <ac:spMk id="8" creationId="{0E30439A-8A5B-46EC-8283-9B6B031D40D0}"/>
          </ac:spMkLst>
        </pc:spChg>
        <pc:spChg chg="add del">
          <ac:chgData name="Manoukian, Aline Teresa" userId="d718f2d0-7537-4783-adad-678844fee1a5" providerId="ADAL" clId="{650F5C3F-1F02-48EE-A36B-F0F1EF35F278}" dt="2025-11-10T02:24:13.635" v="730" actId="26606"/>
          <ac:spMkLst>
            <pc:docMk/>
            <pc:sldMk cId="3113310097" sldId="256"/>
            <ac:spMk id="10" creationId="{5CEAD642-85CF-4750-8432-7C80C901F001}"/>
          </ac:spMkLst>
        </pc:spChg>
        <pc:spChg chg="add del">
          <ac:chgData name="Manoukian, Aline Teresa" userId="d718f2d0-7537-4783-adad-678844fee1a5" providerId="ADAL" clId="{650F5C3F-1F02-48EE-A36B-F0F1EF35F278}" dt="2025-11-10T02:24:13.635" v="730" actId="26606"/>
          <ac:spMkLst>
            <pc:docMk/>
            <pc:sldMk cId="3113310097" sldId="256"/>
            <ac:spMk id="12" creationId="{FA33EEAE-15D5-4119-8C1E-89D943F911EF}"/>
          </ac:spMkLst>
        </pc:spChg>
        <pc:spChg chg="add del">
          <ac:chgData name="Manoukian, Aline Teresa" userId="d718f2d0-7537-4783-adad-678844fee1a5" providerId="ADAL" clId="{650F5C3F-1F02-48EE-A36B-F0F1EF35F278}" dt="2025-11-10T02:24:13.635" v="730" actId="26606"/>
          <ac:spMkLst>
            <pc:docMk/>
            <pc:sldMk cId="3113310097" sldId="256"/>
            <ac:spMk id="14" creationId="{730D8B3B-9B80-4025-B934-26DC7D7CD231}"/>
          </ac:spMkLst>
        </pc:spChg>
        <pc:spChg chg="add del">
          <ac:chgData name="Manoukian, Aline Teresa" userId="d718f2d0-7537-4783-adad-678844fee1a5" providerId="ADAL" clId="{650F5C3F-1F02-48EE-A36B-F0F1EF35F278}" dt="2025-11-10T02:24:13.635" v="730" actId="26606"/>
          <ac:spMkLst>
            <pc:docMk/>
            <pc:sldMk cId="3113310097" sldId="256"/>
            <ac:spMk id="16" creationId="{B5A1B09C-1565-46F8-B70F-621C5EB48A09}"/>
          </ac:spMkLst>
        </pc:spChg>
        <pc:spChg chg="add del">
          <ac:chgData name="Manoukian, Aline Teresa" userId="d718f2d0-7537-4783-adad-678844fee1a5" providerId="ADAL" clId="{650F5C3F-1F02-48EE-A36B-F0F1EF35F278}" dt="2025-11-10T02:24:13.635" v="730" actId="26606"/>
          <ac:spMkLst>
            <pc:docMk/>
            <pc:sldMk cId="3113310097" sldId="256"/>
            <ac:spMk id="18" creationId="{8C516CC8-80AC-446C-A56E-9F54B7210402}"/>
          </ac:spMkLst>
        </pc:spChg>
        <pc:spChg chg="add del">
          <ac:chgData name="Manoukian, Aline Teresa" userId="d718f2d0-7537-4783-adad-678844fee1a5" providerId="ADAL" clId="{650F5C3F-1F02-48EE-A36B-F0F1EF35F278}" dt="2025-11-10T02:24:13.635" v="730" actId="26606"/>
          <ac:spMkLst>
            <pc:docMk/>
            <pc:sldMk cId="3113310097" sldId="256"/>
            <ac:spMk id="20" creationId="{53947E58-F088-49F1-A3D1-DEA690192E84}"/>
          </ac:spMkLst>
        </pc:spChg>
      </pc:sldChg>
      <pc:sldChg chg="addSp delSp modSp mod modTransition setBg addAnim delAnim modAnim delDesignElem">
        <pc:chgData name="Manoukian, Aline Teresa" userId="d718f2d0-7537-4783-adad-678844fee1a5" providerId="ADAL" clId="{650F5C3F-1F02-48EE-A36B-F0F1EF35F278}" dt="2025-11-10T22:13:43.571" v="2444"/>
        <pc:sldMkLst>
          <pc:docMk/>
          <pc:sldMk cId="1422048398" sldId="257"/>
        </pc:sldMkLst>
        <pc:spChg chg="del mod">
          <ac:chgData name="Manoukian, Aline Teresa" userId="d718f2d0-7537-4783-adad-678844fee1a5" providerId="ADAL" clId="{650F5C3F-1F02-48EE-A36B-F0F1EF35F278}" dt="2025-11-10T22:11:51.805" v="2410" actId="478"/>
          <ac:spMkLst>
            <pc:docMk/>
            <pc:sldMk cId="1422048398" sldId="257"/>
            <ac:spMk id="2" creationId="{739A2E81-3E3D-475E-D09D-47720F86B950}"/>
          </ac:spMkLst>
        </pc:spChg>
        <pc:spChg chg="del mod ord">
          <ac:chgData name="Manoukian, Aline Teresa" userId="d718f2d0-7537-4783-adad-678844fee1a5" providerId="ADAL" clId="{650F5C3F-1F02-48EE-A36B-F0F1EF35F278}" dt="2025-11-10T22:11:51.805" v="2410" actId="478"/>
          <ac:spMkLst>
            <pc:docMk/>
            <pc:sldMk cId="1422048398" sldId="257"/>
            <ac:spMk id="3" creationId="{D10AAB18-21CF-131B-EA6D-F3A5EF03AADC}"/>
          </ac:spMkLst>
        </pc:spChg>
        <pc:spChg chg="add del mod">
          <ac:chgData name="Manoukian, Aline Teresa" userId="d718f2d0-7537-4783-adad-678844fee1a5" providerId="ADAL" clId="{650F5C3F-1F02-48EE-A36B-F0F1EF35F278}" dt="2025-11-10T22:12:05.711" v="2413" actId="26606"/>
          <ac:spMkLst>
            <pc:docMk/>
            <pc:sldMk cId="1422048398" sldId="257"/>
            <ac:spMk id="6" creationId="{BF235475-CFE2-D878-3485-8ADE63B8A268}"/>
          </ac:spMkLst>
        </pc:spChg>
        <pc:spChg chg="add del mod">
          <ac:chgData name="Manoukian, Aline Teresa" userId="d718f2d0-7537-4783-adad-678844fee1a5" providerId="ADAL" clId="{650F5C3F-1F02-48EE-A36B-F0F1EF35F278}" dt="2025-11-10T22:12:05.711" v="2413" actId="26606"/>
          <ac:spMkLst>
            <pc:docMk/>
            <pc:sldMk cId="1422048398" sldId="257"/>
            <ac:spMk id="8" creationId="{45DEB4AB-4375-54AB-A21C-8B41DCD3870B}"/>
          </ac:spMkLst>
        </pc:spChg>
        <pc:spChg chg="add mod">
          <ac:chgData name="Manoukian, Aline Teresa" userId="d718f2d0-7537-4783-adad-678844fee1a5" providerId="ADAL" clId="{650F5C3F-1F02-48EE-A36B-F0F1EF35F278}" dt="2025-11-10T22:12:39.960" v="2417" actId="206"/>
          <ac:spMkLst>
            <pc:docMk/>
            <pc:sldMk cId="1422048398" sldId="257"/>
            <ac:spMk id="9" creationId="{FA93E087-1531-7CD8-7313-8CDD04E2CAF1}"/>
          </ac:spMkLst>
        </pc:spChg>
        <pc:spChg chg="add del">
          <ac:chgData name="Manoukian, Aline Teresa" userId="d718f2d0-7537-4783-adad-678844fee1a5" providerId="ADAL" clId="{650F5C3F-1F02-48EE-A36B-F0F1EF35F278}" dt="2025-11-10T22:05:31.989" v="2350"/>
          <ac:spMkLst>
            <pc:docMk/>
            <pc:sldMk cId="1422048398" sldId="257"/>
            <ac:spMk id="10" creationId="{F944E337-3E5D-4A1F-A5A1-2057F25B8A7B}"/>
          </ac:spMkLst>
        </pc:spChg>
        <pc:spChg chg="add mod">
          <ac:chgData name="Manoukian, Aline Teresa" userId="d718f2d0-7537-4783-adad-678844fee1a5" providerId="ADAL" clId="{650F5C3F-1F02-48EE-A36B-F0F1EF35F278}" dt="2025-11-10T22:13:20.620" v="2425" actId="207"/>
          <ac:spMkLst>
            <pc:docMk/>
            <pc:sldMk cId="1422048398" sldId="257"/>
            <ac:spMk id="11" creationId="{66ECC752-6472-5508-712C-CD7BBF63AB0B}"/>
          </ac:spMkLst>
        </pc:spChg>
        <pc:spChg chg="add del">
          <ac:chgData name="Manoukian, Aline Teresa" userId="d718f2d0-7537-4783-adad-678844fee1a5" providerId="ADAL" clId="{650F5C3F-1F02-48EE-A36B-F0F1EF35F278}" dt="2025-11-10T22:05:31.989" v="2350"/>
          <ac:spMkLst>
            <pc:docMk/>
            <pc:sldMk cId="1422048398" sldId="257"/>
            <ac:spMk id="12" creationId="{4DA50D69-7CF7-4844-B844-A2B821C77F24}"/>
          </ac:spMkLst>
        </pc:spChg>
        <pc:spChg chg="add">
          <ac:chgData name="Manoukian, Aline Teresa" userId="d718f2d0-7537-4783-adad-678844fee1a5" providerId="ADAL" clId="{650F5C3F-1F02-48EE-A36B-F0F1EF35F278}" dt="2025-11-10T22:12:05.711" v="2413" actId="26606"/>
          <ac:spMkLst>
            <pc:docMk/>
            <pc:sldMk cId="1422048398" sldId="257"/>
            <ac:spMk id="13" creationId="{42A4FC2C-047E-45A5-965D-8E1E3BF09BC6}"/>
          </ac:spMkLst>
        </pc:spChg>
        <pc:spChg chg="add mod">
          <ac:chgData name="Manoukian, Aline Teresa" userId="d718f2d0-7537-4783-adad-678844fee1a5" providerId="ADAL" clId="{650F5C3F-1F02-48EE-A36B-F0F1EF35F278}" dt="2025-11-10T22:13:28.221" v="2426" actId="207"/>
          <ac:spMkLst>
            <pc:docMk/>
            <pc:sldMk cId="1422048398" sldId="257"/>
            <ac:spMk id="14" creationId="{0EDF929D-A7D5-FA83-7AEE-5A6EC9324616}"/>
          </ac:spMkLst>
        </pc:spChg>
        <pc:picChg chg="add mod">
          <ac:chgData name="Manoukian, Aline Teresa" userId="d718f2d0-7537-4783-adad-678844fee1a5" providerId="ADAL" clId="{650F5C3F-1F02-48EE-A36B-F0F1EF35F278}" dt="2025-11-10T22:12:52.615" v="2422" actId="1076"/>
          <ac:picMkLst>
            <pc:docMk/>
            <pc:sldMk cId="1422048398" sldId="257"/>
            <ac:picMk id="5" creationId="{0B6F3714-AC7B-89AC-BC7E-299F76DEF9A8}"/>
          </ac:picMkLst>
        </pc:picChg>
      </pc:sldChg>
      <pc:sldChg chg="addSp delSp modSp mod modTransition setBg">
        <pc:chgData name="Manoukian, Aline Teresa" userId="d718f2d0-7537-4783-adad-678844fee1a5" providerId="ADAL" clId="{650F5C3F-1F02-48EE-A36B-F0F1EF35F278}" dt="2025-11-10T22:12:03.466" v="2412"/>
        <pc:sldMkLst>
          <pc:docMk/>
          <pc:sldMk cId="63782752" sldId="258"/>
        </pc:sldMkLst>
        <pc:spChg chg="mod">
          <ac:chgData name="Manoukian, Aline Teresa" userId="d718f2d0-7537-4783-adad-678844fee1a5" providerId="ADAL" clId="{650F5C3F-1F02-48EE-A36B-F0F1EF35F278}" dt="2025-11-10T02:27:15.976" v="756" actId="207"/>
          <ac:spMkLst>
            <pc:docMk/>
            <pc:sldMk cId="63782752" sldId="258"/>
            <ac:spMk id="2" creationId="{3DCF316F-8AAB-62C2-ADC6-8E010F853F0D}"/>
          </ac:spMkLst>
        </pc:spChg>
        <pc:spChg chg="add mod">
          <ac:chgData name="Manoukian, Aline Teresa" userId="d718f2d0-7537-4783-adad-678844fee1a5" providerId="ADAL" clId="{650F5C3F-1F02-48EE-A36B-F0F1EF35F278}" dt="2025-11-10T22:12:03.466" v="2412"/>
          <ac:spMkLst>
            <pc:docMk/>
            <pc:sldMk cId="63782752" sldId="258"/>
            <ac:spMk id="6" creationId="{9A9E6778-3D2A-2420-2EB2-44CC64B2B2A8}"/>
          </ac:spMkLst>
        </pc:spChg>
      </pc:sldChg>
      <pc:sldChg chg="addSp delSp modSp mod modTransition setBg addAnim delAnim modAnim">
        <pc:chgData name="Manoukian, Aline Teresa" userId="d718f2d0-7537-4783-adad-678844fee1a5" providerId="ADAL" clId="{650F5C3F-1F02-48EE-A36B-F0F1EF35F278}" dt="2025-11-10T22:10:19.093" v="2405" actId="1076"/>
        <pc:sldMkLst>
          <pc:docMk/>
          <pc:sldMk cId="3640952857" sldId="259"/>
        </pc:sldMkLst>
        <pc:spChg chg="mod">
          <ac:chgData name="Manoukian, Aline Teresa" userId="d718f2d0-7537-4783-adad-678844fee1a5" providerId="ADAL" clId="{650F5C3F-1F02-48EE-A36B-F0F1EF35F278}" dt="2025-11-10T22:09:56.411" v="2402" actId="1076"/>
          <ac:spMkLst>
            <pc:docMk/>
            <pc:sldMk cId="3640952857" sldId="259"/>
            <ac:spMk id="2" creationId="{0B2F83B3-31F0-5F7F-8821-20783E47E63B}"/>
          </ac:spMkLst>
        </pc:spChg>
        <pc:spChg chg="add mod ord">
          <ac:chgData name="Manoukian, Aline Teresa" userId="d718f2d0-7537-4783-adad-678844fee1a5" providerId="ADAL" clId="{650F5C3F-1F02-48EE-A36B-F0F1EF35F278}" dt="2025-11-10T22:09:42.075" v="2400" actId="207"/>
          <ac:spMkLst>
            <pc:docMk/>
            <pc:sldMk cId="3640952857" sldId="259"/>
            <ac:spMk id="3" creationId="{244BA7E6-8AA4-E685-0F86-21F91CB92782}"/>
          </ac:spMkLst>
        </pc:spChg>
        <pc:spChg chg="add mod ord">
          <ac:chgData name="Manoukian, Aline Teresa" userId="d718f2d0-7537-4783-adad-678844fee1a5" providerId="ADAL" clId="{650F5C3F-1F02-48EE-A36B-F0F1EF35F278}" dt="2025-11-10T22:10:19.093" v="2405" actId="1076"/>
          <ac:spMkLst>
            <pc:docMk/>
            <pc:sldMk cId="3640952857" sldId="259"/>
            <ac:spMk id="7" creationId="{2E00B3AB-B45C-3C9D-7209-347E31B61C70}"/>
          </ac:spMkLst>
        </pc:spChg>
        <pc:spChg chg="add del">
          <ac:chgData name="Manoukian, Aline Teresa" userId="d718f2d0-7537-4783-adad-678844fee1a5" providerId="ADAL" clId="{650F5C3F-1F02-48EE-A36B-F0F1EF35F278}" dt="2025-11-10T22:06:07.087" v="2354" actId="26606"/>
          <ac:spMkLst>
            <pc:docMk/>
            <pc:sldMk cId="3640952857" sldId="259"/>
            <ac:spMk id="9" creationId="{8181FC64-B306-4821-98E2-780662EFC486}"/>
          </ac:spMkLst>
        </pc:spChg>
        <pc:spChg chg="add del">
          <ac:chgData name="Manoukian, Aline Teresa" userId="d718f2d0-7537-4783-adad-678844fee1a5" providerId="ADAL" clId="{650F5C3F-1F02-48EE-A36B-F0F1EF35F278}" dt="2025-11-10T22:06:07.087" v="2354" actId="26606"/>
          <ac:spMkLst>
            <pc:docMk/>
            <pc:sldMk cId="3640952857" sldId="259"/>
            <ac:spMk id="10" creationId="{5871FC61-DD4E-47D4-81FD-8A7E7D12B371}"/>
          </ac:spMkLst>
        </pc:spChg>
        <pc:spChg chg="add del">
          <ac:chgData name="Manoukian, Aline Teresa" userId="d718f2d0-7537-4783-adad-678844fee1a5" providerId="ADAL" clId="{650F5C3F-1F02-48EE-A36B-F0F1EF35F278}" dt="2025-11-10T02:36:17.723" v="793" actId="26606"/>
          <ac:spMkLst>
            <pc:docMk/>
            <pc:sldMk cId="3640952857" sldId="259"/>
            <ac:spMk id="12" creationId="{C0763A76-9F1C-4FC5-82B7-DD475DA461B2}"/>
          </ac:spMkLst>
        </pc:spChg>
        <pc:spChg chg="add del">
          <ac:chgData name="Manoukian, Aline Teresa" userId="d718f2d0-7537-4783-adad-678844fee1a5" providerId="ADAL" clId="{650F5C3F-1F02-48EE-A36B-F0F1EF35F278}" dt="2025-11-10T02:36:17.723" v="793" actId="26606"/>
          <ac:spMkLst>
            <pc:docMk/>
            <pc:sldMk cId="3640952857" sldId="259"/>
            <ac:spMk id="14" creationId="{E81BF4F6-F2CF-4984-9D14-D6966D92F99F}"/>
          </ac:spMkLst>
        </pc:spChg>
        <pc:spChg chg="add del">
          <ac:chgData name="Manoukian, Aline Teresa" userId="d718f2d0-7537-4783-adad-678844fee1a5" providerId="ADAL" clId="{650F5C3F-1F02-48EE-A36B-F0F1EF35F278}" dt="2025-11-10T22:06:07.087" v="2354" actId="26606"/>
          <ac:spMkLst>
            <pc:docMk/>
            <pc:sldMk cId="3640952857" sldId="259"/>
            <ac:spMk id="16" creationId="{F9EC3F91-A75C-4F74-867E-E4C28C13546B}"/>
          </ac:spMkLst>
        </pc:spChg>
        <pc:spChg chg="add del">
          <ac:chgData name="Manoukian, Aline Teresa" userId="d718f2d0-7537-4783-adad-678844fee1a5" providerId="ADAL" clId="{650F5C3F-1F02-48EE-A36B-F0F1EF35F278}" dt="2025-11-10T22:06:07.087" v="2354" actId="26606"/>
          <ac:spMkLst>
            <pc:docMk/>
            <pc:sldMk cId="3640952857" sldId="259"/>
            <ac:spMk id="18" creationId="{829A1E2C-5AC8-40FC-99E9-832069D39792}"/>
          </ac:spMkLst>
        </pc:spChg>
        <pc:picChg chg="add mod">
          <ac:chgData name="Manoukian, Aline Teresa" userId="d718f2d0-7537-4783-adad-678844fee1a5" providerId="ADAL" clId="{650F5C3F-1F02-48EE-A36B-F0F1EF35F278}" dt="2025-11-10T02:35:58.516" v="788" actId="931"/>
          <ac:picMkLst>
            <pc:docMk/>
            <pc:sldMk cId="3640952857" sldId="259"/>
            <ac:picMk id="4" creationId="{8B29B5C4-83A0-0E5D-2616-1952DEBDEF5D}"/>
          </ac:picMkLst>
        </pc:picChg>
        <pc:picChg chg="add mod ord">
          <ac:chgData name="Manoukian, Aline Teresa" userId="d718f2d0-7537-4783-adad-678844fee1a5" providerId="ADAL" clId="{650F5C3F-1F02-48EE-A36B-F0F1EF35F278}" dt="2025-11-10T22:07:50.834" v="2376" actId="1076"/>
          <ac:picMkLst>
            <pc:docMk/>
            <pc:sldMk cId="3640952857" sldId="259"/>
            <ac:picMk id="6" creationId="{B7783259-76B2-7F89-1C6D-6971A64A5A8F}"/>
          </ac:picMkLst>
        </pc:picChg>
      </pc:sldChg>
      <pc:sldChg chg="addSp delSp modSp mod modTransition setBg">
        <pc:chgData name="Manoukian, Aline Teresa" userId="d718f2d0-7537-4783-adad-678844fee1a5" providerId="ADAL" clId="{650F5C3F-1F02-48EE-A36B-F0F1EF35F278}" dt="2025-11-10T22:12:03.466" v="2412"/>
        <pc:sldMkLst>
          <pc:docMk/>
          <pc:sldMk cId="213137704" sldId="260"/>
        </pc:sldMkLst>
        <pc:spChg chg="mod">
          <ac:chgData name="Manoukian, Aline Teresa" userId="d718f2d0-7537-4783-adad-678844fee1a5" providerId="ADAL" clId="{650F5C3F-1F02-48EE-A36B-F0F1EF35F278}" dt="2025-11-10T02:27:28.670" v="759" actId="207"/>
          <ac:spMkLst>
            <pc:docMk/>
            <pc:sldMk cId="213137704" sldId="260"/>
            <ac:spMk id="2" creationId="{55E6733C-3C33-0282-8A82-13033DE4189D}"/>
          </ac:spMkLst>
        </pc:spChg>
        <pc:spChg chg="add mod">
          <ac:chgData name="Manoukian, Aline Teresa" userId="d718f2d0-7537-4783-adad-678844fee1a5" providerId="ADAL" clId="{650F5C3F-1F02-48EE-A36B-F0F1EF35F278}" dt="2025-11-10T22:12:03.466" v="2412"/>
          <ac:spMkLst>
            <pc:docMk/>
            <pc:sldMk cId="213137704" sldId="260"/>
            <ac:spMk id="6" creationId="{0E9D7E59-6603-1602-FBF6-25967E691E0D}"/>
          </ac:spMkLst>
        </pc:spChg>
      </pc:sldChg>
      <pc:sldChg chg="addSp delSp modSp mod modTransition setBg addAnim delAnim modAnim delDesignElem">
        <pc:chgData name="Manoukian, Aline Teresa" userId="d718f2d0-7537-4783-adad-678844fee1a5" providerId="ADAL" clId="{650F5C3F-1F02-48EE-A36B-F0F1EF35F278}" dt="2025-11-10T22:05:31.989" v="2350"/>
        <pc:sldMkLst>
          <pc:docMk/>
          <pc:sldMk cId="1455872402" sldId="261"/>
        </pc:sldMkLst>
        <pc:spChg chg="del mod">
          <ac:chgData name="Manoukian, Aline Teresa" userId="d718f2d0-7537-4783-adad-678844fee1a5" providerId="ADAL" clId="{650F5C3F-1F02-48EE-A36B-F0F1EF35F278}" dt="2025-11-10T14:08:26.599" v="2191" actId="478"/>
          <ac:spMkLst>
            <pc:docMk/>
            <pc:sldMk cId="1455872402" sldId="261"/>
            <ac:spMk id="2" creationId="{3821F3D9-51CF-7178-AAFC-DB7E825A387E}"/>
          </ac:spMkLst>
        </pc:spChg>
        <pc:spChg chg="add del mod">
          <ac:chgData name="Manoukian, Aline Teresa" userId="d718f2d0-7537-4783-adad-678844fee1a5" providerId="ADAL" clId="{650F5C3F-1F02-48EE-A36B-F0F1EF35F278}" dt="2025-11-10T21:59:58.736" v="2294" actId="26606"/>
          <ac:spMkLst>
            <pc:docMk/>
            <pc:sldMk cId="1455872402" sldId="261"/>
            <ac:spMk id="5" creationId="{2202D005-9AA9-F406-897A-4D18F826E11C}"/>
          </ac:spMkLst>
        </pc:spChg>
        <pc:spChg chg="add del mod">
          <ac:chgData name="Manoukian, Aline Teresa" userId="d718f2d0-7537-4783-adad-678844fee1a5" providerId="ADAL" clId="{650F5C3F-1F02-48EE-A36B-F0F1EF35F278}" dt="2025-11-10T14:08:26.599" v="2191" actId="478"/>
          <ac:spMkLst>
            <pc:docMk/>
            <pc:sldMk cId="1455872402" sldId="261"/>
            <ac:spMk id="6" creationId="{CA0F3B95-C5CE-F660-F3D8-46E04A42B26E}"/>
          </ac:spMkLst>
        </pc:spChg>
        <pc:spChg chg="add del mod">
          <ac:chgData name="Manoukian, Aline Teresa" userId="d718f2d0-7537-4783-adad-678844fee1a5" providerId="ADAL" clId="{650F5C3F-1F02-48EE-A36B-F0F1EF35F278}" dt="2025-11-10T21:59:58.736" v="2294" actId="26606"/>
          <ac:spMkLst>
            <pc:docMk/>
            <pc:sldMk cId="1455872402" sldId="261"/>
            <ac:spMk id="8" creationId="{15E8A20C-510C-0690-6CD6-17F6D440E8C3}"/>
          </ac:spMkLst>
        </pc:spChg>
        <pc:spChg chg="add del mod">
          <ac:chgData name="Manoukian, Aline Teresa" userId="d718f2d0-7537-4783-adad-678844fee1a5" providerId="ADAL" clId="{650F5C3F-1F02-48EE-A36B-F0F1EF35F278}" dt="2025-11-10T21:57:03.353" v="2229" actId="11529"/>
          <ac:spMkLst>
            <pc:docMk/>
            <pc:sldMk cId="1455872402" sldId="261"/>
            <ac:spMk id="9" creationId="{8F34C027-AAD2-BBF6-B2C9-EB42A02E61F1}"/>
          </ac:spMkLst>
        </pc:spChg>
        <pc:spChg chg="add mod">
          <ac:chgData name="Manoukian, Aline Teresa" userId="d718f2d0-7537-4783-adad-678844fee1a5" providerId="ADAL" clId="{650F5C3F-1F02-48EE-A36B-F0F1EF35F278}" dt="2025-11-10T21:57:57.123" v="2265"/>
          <ac:spMkLst>
            <pc:docMk/>
            <pc:sldMk cId="1455872402" sldId="261"/>
            <ac:spMk id="10" creationId="{3821F3D9-51CF-7178-AAFC-DB7E825A387E}"/>
          </ac:spMkLst>
        </pc:spChg>
        <pc:spChg chg="add mod">
          <ac:chgData name="Manoukian, Aline Teresa" userId="d718f2d0-7537-4783-adad-678844fee1a5" providerId="ADAL" clId="{650F5C3F-1F02-48EE-A36B-F0F1EF35F278}" dt="2025-11-10T21:57:57.123" v="2265"/>
          <ac:spMkLst>
            <pc:docMk/>
            <pc:sldMk cId="1455872402" sldId="261"/>
            <ac:spMk id="14" creationId="{CA0F3B95-C5CE-F660-F3D8-46E04A42B26E}"/>
          </ac:spMkLst>
        </pc:spChg>
        <pc:spChg chg="add mod">
          <ac:chgData name="Manoukian, Aline Teresa" userId="d718f2d0-7537-4783-adad-678844fee1a5" providerId="ADAL" clId="{650F5C3F-1F02-48EE-A36B-F0F1EF35F278}" dt="2025-11-10T21:59:45.609" v="2289"/>
          <ac:spMkLst>
            <pc:docMk/>
            <pc:sldMk cId="1455872402" sldId="261"/>
            <ac:spMk id="15" creationId="{3821F3D9-51CF-7178-AAFC-DB7E825A387E}"/>
          </ac:spMkLst>
        </pc:spChg>
        <pc:spChg chg="add mod ord">
          <ac:chgData name="Manoukian, Aline Teresa" userId="d718f2d0-7537-4783-adad-678844fee1a5" providerId="ADAL" clId="{650F5C3F-1F02-48EE-A36B-F0F1EF35F278}" dt="2025-11-10T21:59:45.609" v="2289"/>
          <ac:spMkLst>
            <pc:docMk/>
            <pc:sldMk cId="1455872402" sldId="261"/>
            <ac:spMk id="16" creationId="{CA0F3B95-C5CE-F660-F3D8-46E04A42B26E}"/>
          </ac:spMkLst>
        </pc:spChg>
        <pc:spChg chg="add del">
          <ac:chgData name="Manoukian, Aline Teresa" userId="d718f2d0-7537-4783-adad-678844fee1a5" providerId="ADAL" clId="{650F5C3F-1F02-48EE-A36B-F0F1EF35F278}" dt="2025-11-10T22:05:31.989" v="2350"/>
          <ac:spMkLst>
            <pc:docMk/>
            <pc:sldMk cId="1455872402" sldId="261"/>
            <ac:spMk id="17" creationId="{42A4FC2C-047E-45A5-965D-8E1E3BF09BC6}"/>
          </ac:spMkLst>
        </pc:spChg>
        <pc:spChg chg="add del">
          <ac:chgData name="Manoukian, Aline Teresa" userId="d718f2d0-7537-4783-adad-678844fee1a5" providerId="ADAL" clId="{650F5C3F-1F02-48EE-A36B-F0F1EF35F278}" dt="2025-11-10T22:00:33.038" v="2298" actId="11529"/>
          <ac:spMkLst>
            <pc:docMk/>
            <pc:sldMk cId="1455872402" sldId="261"/>
            <ac:spMk id="19" creationId="{71C27AC9-4D80-177F-B07C-DF0B86A8022A}"/>
          </ac:spMkLst>
        </pc:spChg>
        <pc:spChg chg="add mod">
          <ac:chgData name="Manoukian, Aline Teresa" userId="d718f2d0-7537-4783-adad-678844fee1a5" providerId="ADAL" clId="{650F5C3F-1F02-48EE-A36B-F0F1EF35F278}" dt="2025-11-10T22:03:04.106" v="2345" actId="207"/>
          <ac:spMkLst>
            <pc:docMk/>
            <pc:sldMk cId="1455872402" sldId="261"/>
            <ac:spMk id="20" creationId="{6DB5C4B7-7DA7-57B1-1F7A-F8100106CFCC}"/>
          </ac:spMkLst>
        </pc:spChg>
        <pc:spChg chg="add mod">
          <ac:chgData name="Manoukian, Aline Teresa" userId="d718f2d0-7537-4783-adad-678844fee1a5" providerId="ADAL" clId="{650F5C3F-1F02-48EE-A36B-F0F1EF35F278}" dt="2025-11-10T22:02:26.743" v="2339" actId="1076"/>
          <ac:spMkLst>
            <pc:docMk/>
            <pc:sldMk cId="1455872402" sldId="261"/>
            <ac:spMk id="21" creationId="{3821F3D9-51CF-7178-AAFC-DB7E825A387E}"/>
          </ac:spMkLst>
        </pc:spChg>
        <pc:spChg chg="add mod">
          <ac:chgData name="Manoukian, Aline Teresa" userId="d718f2d0-7537-4783-adad-678844fee1a5" providerId="ADAL" clId="{650F5C3F-1F02-48EE-A36B-F0F1EF35F278}" dt="2025-11-10T22:02:43.312" v="2343" actId="1076"/>
          <ac:spMkLst>
            <pc:docMk/>
            <pc:sldMk cId="1455872402" sldId="261"/>
            <ac:spMk id="22" creationId="{CA0F3B95-C5CE-F660-F3D8-46E04A42B26E}"/>
          </ac:spMkLst>
        </pc:spChg>
        <pc:spChg chg="add del">
          <ac:chgData name="Manoukian, Aline Teresa" userId="d718f2d0-7537-4783-adad-678844fee1a5" providerId="ADAL" clId="{650F5C3F-1F02-48EE-A36B-F0F1EF35F278}" dt="2025-11-10T21:58:31.903" v="2279" actId="26606"/>
          <ac:spMkLst>
            <pc:docMk/>
            <pc:sldMk cId="1455872402" sldId="261"/>
            <ac:spMk id="23" creationId="{04812C46-200A-4DEB-A05E-3ED6C68C2387}"/>
          </ac:spMkLst>
        </pc:spChg>
        <pc:spChg chg="add del">
          <ac:chgData name="Manoukian, Aline Teresa" userId="d718f2d0-7537-4783-adad-678844fee1a5" providerId="ADAL" clId="{650F5C3F-1F02-48EE-A36B-F0F1EF35F278}" dt="2025-11-10T21:58:31.903" v="2279" actId="26606"/>
          <ac:spMkLst>
            <pc:docMk/>
            <pc:sldMk cId="1455872402" sldId="261"/>
            <ac:spMk id="25" creationId="{D1EA859B-E555-4109-94F3-6700E046E008}"/>
          </ac:spMkLst>
        </pc:spChg>
        <pc:spChg chg="add del">
          <ac:chgData name="Manoukian, Aline Teresa" userId="d718f2d0-7537-4783-adad-678844fee1a5" providerId="ADAL" clId="{650F5C3F-1F02-48EE-A36B-F0F1EF35F278}" dt="2025-11-10T21:59:43.914" v="2285" actId="26606"/>
          <ac:spMkLst>
            <pc:docMk/>
            <pc:sldMk cId="1455872402" sldId="261"/>
            <ac:spMk id="30" creationId="{C0763A76-9F1C-4FC5-82B7-DD475DA461B2}"/>
          </ac:spMkLst>
        </pc:spChg>
        <pc:spChg chg="add del">
          <ac:chgData name="Manoukian, Aline Teresa" userId="d718f2d0-7537-4783-adad-678844fee1a5" providerId="ADAL" clId="{650F5C3F-1F02-48EE-A36B-F0F1EF35F278}" dt="2025-11-10T21:59:43.914" v="2285" actId="26606"/>
          <ac:spMkLst>
            <pc:docMk/>
            <pc:sldMk cId="1455872402" sldId="261"/>
            <ac:spMk id="31" creationId="{E81BF4F6-F2CF-4984-9D14-D6966D92F99F}"/>
          </ac:spMkLst>
        </pc:spChg>
        <pc:grpChg chg="add del">
          <ac:chgData name="Manoukian, Aline Teresa" userId="d718f2d0-7537-4783-adad-678844fee1a5" providerId="ADAL" clId="{650F5C3F-1F02-48EE-A36B-F0F1EF35F278}" dt="2025-11-10T21:59:58.736" v="2294" actId="26606"/>
          <ac:grpSpMkLst>
            <pc:docMk/>
            <pc:sldMk cId="1455872402" sldId="261"/>
            <ac:grpSpMk id="11" creationId="{8CE57D37-C2D0-066B-1AE3-6F4244344F27}"/>
          </ac:grpSpMkLst>
        </pc:grpChg>
        <pc:grpChg chg="add del">
          <ac:chgData name="Manoukian, Aline Teresa" userId="d718f2d0-7537-4783-adad-678844fee1a5" providerId="ADAL" clId="{650F5C3F-1F02-48EE-A36B-F0F1EF35F278}" dt="2025-11-10T21:58:35.694" v="2281" actId="26606"/>
          <ac:grpSpMkLst>
            <pc:docMk/>
            <pc:sldMk cId="1455872402" sldId="261"/>
            <ac:grpSpMk id="27" creationId="{8CE57D37-C2D0-066B-1AE3-6F4244344F27}"/>
          </ac:grpSpMkLst>
        </pc:grpChg>
        <pc:picChg chg="add del mod">
          <ac:chgData name="Manoukian, Aline Teresa" userId="d718f2d0-7537-4783-adad-678844fee1a5" providerId="ADAL" clId="{650F5C3F-1F02-48EE-A36B-F0F1EF35F278}" dt="2025-11-10T22:02:38.749" v="2342" actId="1076"/>
          <ac:picMkLst>
            <pc:docMk/>
            <pc:sldMk cId="1455872402" sldId="261"/>
            <ac:picMk id="4" creationId="{5E7434F3-F3B6-3D33-CA3E-96F0A68CD656}"/>
          </ac:picMkLst>
        </pc:picChg>
        <pc:picChg chg="add mod ord">
          <ac:chgData name="Manoukian, Aline Teresa" userId="d718f2d0-7537-4783-adad-678844fee1a5" providerId="ADAL" clId="{650F5C3F-1F02-48EE-A36B-F0F1EF35F278}" dt="2025-11-10T21:59:44.359" v="2287" actId="931"/>
          <ac:picMkLst>
            <pc:docMk/>
            <pc:sldMk cId="1455872402" sldId="261"/>
            <ac:picMk id="18" creationId="{322483DA-94BF-FBE4-576D-A3C4F60DA425}"/>
          </ac:picMkLst>
        </pc:picChg>
      </pc:sldChg>
      <pc:sldChg chg="addSp delSp modSp mod modTransition setBg delDesignElem">
        <pc:chgData name="Manoukian, Aline Teresa" userId="d718f2d0-7537-4783-adad-678844fee1a5" providerId="ADAL" clId="{650F5C3F-1F02-48EE-A36B-F0F1EF35F278}" dt="2025-11-10T22:05:31.989" v="2350"/>
        <pc:sldMkLst>
          <pc:docMk/>
          <pc:sldMk cId="1068918492" sldId="262"/>
        </pc:sldMkLst>
        <pc:spChg chg="mod">
          <ac:chgData name="Manoukian, Aline Teresa" userId="d718f2d0-7537-4783-adad-678844fee1a5" providerId="ADAL" clId="{650F5C3F-1F02-48EE-A36B-F0F1EF35F278}" dt="2025-11-10T02:38:54.827" v="821" actId="207"/>
          <ac:spMkLst>
            <pc:docMk/>
            <pc:sldMk cId="1068918492" sldId="262"/>
            <ac:spMk id="2" creationId="{1AC448C8-0DC1-908E-2E7F-3A72922AE65D}"/>
          </ac:spMkLst>
        </pc:spChg>
        <pc:spChg chg="add mod ord">
          <ac:chgData name="Manoukian, Aline Teresa" userId="d718f2d0-7537-4783-adad-678844fee1a5" providerId="ADAL" clId="{650F5C3F-1F02-48EE-A36B-F0F1EF35F278}" dt="2025-11-10T02:38:51.982" v="820" actId="207"/>
          <ac:spMkLst>
            <pc:docMk/>
            <pc:sldMk cId="1068918492" sldId="262"/>
            <ac:spMk id="6" creationId="{2682A0F2-6925-ABFA-1E51-4FC3DE186F04}"/>
          </ac:spMkLst>
        </pc:spChg>
        <pc:spChg chg="add del">
          <ac:chgData name="Manoukian, Aline Teresa" userId="d718f2d0-7537-4783-adad-678844fee1a5" providerId="ADAL" clId="{650F5C3F-1F02-48EE-A36B-F0F1EF35F278}" dt="2025-11-10T22:05:31.989" v="2350"/>
          <ac:spMkLst>
            <pc:docMk/>
            <pc:sldMk cId="1068918492" sldId="262"/>
            <ac:spMk id="11" creationId="{23E547B5-89CF-4EC0-96DE-25771AED0799}"/>
          </ac:spMkLst>
        </pc:spChg>
        <pc:spChg chg="add del">
          <ac:chgData name="Manoukian, Aline Teresa" userId="d718f2d0-7537-4783-adad-678844fee1a5" providerId="ADAL" clId="{650F5C3F-1F02-48EE-A36B-F0F1EF35F278}" dt="2025-11-10T22:05:31.989" v="2350"/>
          <ac:spMkLst>
            <pc:docMk/>
            <pc:sldMk cId="1068918492" sldId="262"/>
            <ac:spMk id="13" creationId="{3F0B8CEB-8279-4E5E-A0CE-1FC9F71736F2}"/>
          </ac:spMkLst>
        </pc:spChg>
        <pc:picChg chg="add mod">
          <ac:chgData name="Manoukian, Aline Teresa" userId="d718f2d0-7537-4783-adad-678844fee1a5" providerId="ADAL" clId="{650F5C3F-1F02-48EE-A36B-F0F1EF35F278}" dt="2025-11-10T02:38:33.242" v="817" actId="26606"/>
          <ac:picMkLst>
            <pc:docMk/>
            <pc:sldMk cId="1068918492" sldId="262"/>
            <ac:picMk id="4" creationId="{8DE8FE06-F5A9-0A21-8956-107A5692857D}"/>
          </ac:picMkLst>
        </pc:picChg>
      </pc:sldChg>
      <pc:sldChg chg="addSp delSp modSp mod modTransition setBg delDesignElem">
        <pc:chgData name="Manoukian, Aline Teresa" userId="d718f2d0-7537-4783-adad-678844fee1a5" providerId="ADAL" clId="{650F5C3F-1F02-48EE-A36B-F0F1EF35F278}" dt="2025-11-10T22:05:31.989" v="2350"/>
        <pc:sldMkLst>
          <pc:docMk/>
          <pc:sldMk cId="2790077741" sldId="263"/>
        </pc:sldMkLst>
        <pc:spChg chg="mod">
          <ac:chgData name="Manoukian, Aline Teresa" userId="d718f2d0-7537-4783-adad-678844fee1a5" providerId="ADAL" clId="{650F5C3F-1F02-48EE-A36B-F0F1EF35F278}" dt="2025-11-10T02:33:06.924" v="783" actId="207"/>
          <ac:spMkLst>
            <pc:docMk/>
            <pc:sldMk cId="2790077741" sldId="263"/>
            <ac:spMk id="2" creationId="{287BCA3A-B2A1-1BAB-A169-6823335FD939}"/>
          </ac:spMkLst>
        </pc:spChg>
        <pc:spChg chg="add mod">
          <ac:chgData name="Manoukian, Aline Teresa" userId="d718f2d0-7537-4783-adad-678844fee1a5" providerId="ADAL" clId="{650F5C3F-1F02-48EE-A36B-F0F1EF35F278}" dt="2025-11-10T02:33:04.006" v="782" actId="207"/>
          <ac:spMkLst>
            <pc:docMk/>
            <pc:sldMk cId="2790077741" sldId="263"/>
            <ac:spMk id="6" creationId="{7832D6E8-CD44-36FF-5E86-AC5B4D1D8DF6}"/>
          </ac:spMkLst>
        </pc:spChg>
        <pc:spChg chg="add del">
          <ac:chgData name="Manoukian, Aline Teresa" userId="d718f2d0-7537-4783-adad-678844fee1a5" providerId="ADAL" clId="{650F5C3F-1F02-48EE-A36B-F0F1EF35F278}" dt="2025-11-10T02:32:40.252" v="775" actId="26606"/>
          <ac:spMkLst>
            <pc:docMk/>
            <pc:sldMk cId="2790077741" sldId="263"/>
            <ac:spMk id="11" creationId="{F13C74B1-5B17-4795-BED0-7140497B445A}"/>
          </ac:spMkLst>
        </pc:spChg>
        <pc:spChg chg="add del">
          <ac:chgData name="Manoukian, Aline Teresa" userId="d718f2d0-7537-4783-adad-678844fee1a5" providerId="ADAL" clId="{650F5C3F-1F02-48EE-A36B-F0F1EF35F278}" dt="2025-11-10T02:32:40.252" v="775" actId="26606"/>
          <ac:spMkLst>
            <pc:docMk/>
            <pc:sldMk cId="2790077741" sldId="263"/>
            <ac:spMk id="13" creationId="{D4974D33-8DC5-464E-8C6D-BE58F0669C17}"/>
          </ac:spMkLst>
        </pc:spChg>
        <pc:spChg chg="add del">
          <ac:chgData name="Manoukian, Aline Teresa" userId="d718f2d0-7537-4783-adad-678844fee1a5" providerId="ADAL" clId="{650F5C3F-1F02-48EE-A36B-F0F1EF35F278}" dt="2025-11-10T22:05:31.989" v="2350"/>
          <ac:spMkLst>
            <pc:docMk/>
            <pc:sldMk cId="2790077741" sldId="263"/>
            <ac:spMk id="15" creationId="{D1D34770-47A8-402C-AF23-2B653F2D88C1}"/>
          </ac:spMkLst>
        </pc:spChg>
        <pc:picChg chg="add mod">
          <ac:chgData name="Manoukian, Aline Teresa" userId="d718f2d0-7537-4783-adad-678844fee1a5" providerId="ADAL" clId="{650F5C3F-1F02-48EE-A36B-F0F1EF35F278}" dt="2025-11-10T02:32:51.434" v="778" actId="207"/>
          <ac:picMkLst>
            <pc:docMk/>
            <pc:sldMk cId="2790077741" sldId="263"/>
            <ac:picMk id="4" creationId="{B337A805-67A2-E18F-9BB3-B0EB1E20C92E}"/>
          </ac:picMkLst>
        </pc:picChg>
      </pc:sldChg>
      <pc:sldChg chg="addSp delSp modSp mod modTransition setBg">
        <pc:chgData name="Manoukian, Aline Teresa" userId="d718f2d0-7537-4783-adad-678844fee1a5" providerId="ADAL" clId="{650F5C3F-1F02-48EE-A36B-F0F1EF35F278}" dt="2025-11-10T22:12:03.466" v="2412"/>
        <pc:sldMkLst>
          <pc:docMk/>
          <pc:sldMk cId="389831619" sldId="264"/>
        </pc:sldMkLst>
        <pc:spChg chg="mod">
          <ac:chgData name="Manoukian, Aline Teresa" userId="d718f2d0-7537-4783-adad-678844fee1a5" providerId="ADAL" clId="{650F5C3F-1F02-48EE-A36B-F0F1EF35F278}" dt="2025-11-10T02:47:45.607" v="851" actId="207"/>
          <ac:spMkLst>
            <pc:docMk/>
            <pc:sldMk cId="389831619" sldId="264"/>
            <ac:spMk id="2" creationId="{F0536F85-6425-8AAC-1DA6-2208D38DB66C}"/>
          </ac:spMkLst>
        </pc:spChg>
        <pc:spChg chg="add mod">
          <ac:chgData name="Manoukian, Aline Teresa" userId="d718f2d0-7537-4783-adad-678844fee1a5" providerId="ADAL" clId="{650F5C3F-1F02-48EE-A36B-F0F1EF35F278}" dt="2025-11-10T22:12:03.466" v="2412"/>
          <ac:spMkLst>
            <pc:docMk/>
            <pc:sldMk cId="389831619" sldId="264"/>
            <ac:spMk id="6" creationId="{4152CFA6-0BEC-1D5E-BDE9-EDE35859B8E3}"/>
          </ac:spMkLst>
        </pc:spChg>
      </pc:sldChg>
      <pc:sldChg chg="addSp delSp modSp del mod modTransition setBg addAnim delAnim modAnim delDesignElem">
        <pc:chgData name="Manoukian, Aline Teresa" userId="d718f2d0-7537-4783-adad-678844fee1a5" providerId="ADAL" clId="{650F5C3F-1F02-48EE-A36B-F0F1EF35F278}" dt="2025-11-10T13:54:53.175" v="2142" actId="47"/>
        <pc:sldMkLst>
          <pc:docMk/>
          <pc:sldMk cId="4201993438" sldId="265"/>
        </pc:sldMkLst>
        <pc:spChg chg="add del mod">
          <ac:chgData name="Manoukian, Aline Teresa" userId="d718f2d0-7537-4783-adad-678844fee1a5" providerId="ADAL" clId="{650F5C3F-1F02-48EE-A36B-F0F1EF35F278}" dt="2025-11-10T03:25:22.047" v="1952"/>
          <ac:spMkLst>
            <pc:docMk/>
            <pc:sldMk cId="4201993438" sldId="265"/>
            <ac:spMk id="2" creationId="{BF5D43EC-E00B-0DD3-54A3-77F55F46A3C5}"/>
          </ac:spMkLst>
        </pc:spChg>
        <pc:spChg chg="add del">
          <ac:chgData name="Manoukian, Aline Teresa" userId="d718f2d0-7537-4783-adad-678844fee1a5" providerId="ADAL" clId="{650F5C3F-1F02-48EE-A36B-F0F1EF35F278}" dt="2025-11-10T03:17:58.216" v="1883" actId="11529"/>
          <ac:spMkLst>
            <pc:docMk/>
            <pc:sldMk cId="4201993438" sldId="265"/>
            <ac:spMk id="5" creationId="{BF5D6A69-7747-6DA5-435C-BC3866F8BB27}"/>
          </ac:spMkLst>
        </pc:spChg>
        <pc:spChg chg="add del mod ord">
          <ac:chgData name="Manoukian, Aline Teresa" userId="d718f2d0-7537-4783-adad-678844fee1a5" providerId="ADAL" clId="{650F5C3F-1F02-48EE-A36B-F0F1EF35F278}" dt="2025-11-10T03:25:22.047" v="1952"/>
          <ac:spMkLst>
            <pc:docMk/>
            <pc:sldMk cId="4201993438" sldId="265"/>
            <ac:spMk id="6" creationId="{2E537DAA-0900-EE67-40AD-CF7E62F0B663}"/>
          </ac:spMkLst>
        </pc:spChg>
        <pc:spChg chg="add del mod">
          <ac:chgData name="Manoukian, Aline Teresa" userId="d718f2d0-7537-4783-adad-678844fee1a5" providerId="ADAL" clId="{650F5C3F-1F02-48EE-A36B-F0F1EF35F278}" dt="2025-11-10T03:20:30.254" v="1927" actId="478"/>
          <ac:spMkLst>
            <pc:docMk/>
            <pc:sldMk cId="4201993438" sldId="265"/>
            <ac:spMk id="7" creationId="{DBD0B741-E1C9-EDE5-3726-35F2881DAB8D}"/>
          </ac:spMkLst>
        </pc:spChg>
        <pc:spChg chg="add del mod">
          <ac:chgData name="Manoukian, Aline Teresa" userId="d718f2d0-7537-4783-adad-678844fee1a5" providerId="ADAL" clId="{650F5C3F-1F02-48EE-A36B-F0F1EF35F278}" dt="2025-11-10T03:25:22.047" v="1952"/>
          <ac:spMkLst>
            <pc:docMk/>
            <pc:sldMk cId="4201993438" sldId="265"/>
            <ac:spMk id="8" creationId="{1E193BFA-B736-B160-0D74-2491B5A36248}"/>
          </ac:spMkLst>
        </pc:spChg>
        <pc:spChg chg="mod">
          <ac:chgData name="Manoukian, Aline Teresa" userId="d718f2d0-7537-4783-adad-678844fee1a5" providerId="ADAL" clId="{650F5C3F-1F02-48EE-A36B-F0F1EF35F278}" dt="2025-11-10T03:25:07.516" v="1951"/>
          <ac:spMkLst>
            <pc:docMk/>
            <pc:sldMk cId="4201993438" sldId="265"/>
            <ac:spMk id="9" creationId="{0CD69513-043D-EA64-3029-90C02E92152C}"/>
          </ac:spMkLst>
        </pc:spChg>
        <pc:spChg chg="add del mod">
          <ac:chgData name="Manoukian, Aline Teresa" userId="d718f2d0-7537-4783-adad-678844fee1a5" providerId="ADAL" clId="{650F5C3F-1F02-48EE-A36B-F0F1EF35F278}" dt="2025-11-10T13:47:45.641" v="2099" actId="1076"/>
          <ac:spMkLst>
            <pc:docMk/>
            <pc:sldMk cId="4201993438" sldId="265"/>
            <ac:spMk id="10" creationId="{8109C22E-979B-CCBC-CAB1-0AEF1369D802}"/>
          </ac:spMkLst>
        </pc:spChg>
        <pc:spChg chg="add del">
          <ac:chgData name="Manoukian, Aline Teresa" userId="d718f2d0-7537-4783-adad-678844fee1a5" providerId="ADAL" clId="{650F5C3F-1F02-48EE-A36B-F0F1EF35F278}" dt="2025-11-10T02:36:52.738" v="801" actId="26606"/>
          <ac:spMkLst>
            <pc:docMk/>
            <pc:sldMk cId="4201993438" sldId="265"/>
            <ac:spMk id="11" creationId="{04812C46-200A-4DEB-A05E-3ED6C68C2387}"/>
          </ac:spMkLst>
        </pc:spChg>
        <pc:spChg chg="add del">
          <ac:chgData name="Manoukian, Aline Teresa" userId="d718f2d0-7537-4783-adad-678844fee1a5" providerId="ADAL" clId="{650F5C3F-1F02-48EE-A36B-F0F1EF35F278}" dt="2025-11-10T02:36:52.738" v="801" actId="26606"/>
          <ac:spMkLst>
            <pc:docMk/>
            <pc:sldMk cId="4201993438" sldId="265"/>
            <ac:spMk id="13" creationId="{D1EA859B-E555-4109-94F3-6700E046E008}"/>
          </ac:spMkLst>
        </pc:spChg>
        <pc:spChg chg="add del mod">
          <ac:chgData name="Manoukian, Aline Teresa" userId="d718f2d0-7537-4783-adad-678844fee1a5" providerId="ADAL" clId="{650F5C3F-1F02-48EE-A36B-F0F1EF35F278}" dt="2025-11-10T03:33:27.964" v="2072" actId="11529"/>
          <ac:spMkLst>
            <pc:docMk/>
            <pc:sldMk cId="4201993438" sldId="265"/>
            <ac:spMk id="14" creationId="{BCE6F41F-A389-BD27-8430-B77318C2F2BD}"/>
          </ac:spMkLst>
        </pc:spChg>
        <pc:spChg chg="add del">
          <ac:chgData name="Manoukian, Aline Teresa" userId="d718f2d0-7537-4783-adad-678844fee1a5" providerId="ADAL" clId="{650F5C3F-1F02-48EE-A36B-F0F1EF35F278}" dt="2025-11-10T02:36:58.070" v="803" actId="26606"/>
          <ac:spMkLst>
            <pc:docMk/>
            <pc:sldMk cId="4201993438" sldId="265"/>
            <ac:spMk id="15" creationId="{23E547B5-89CF-4EC0-96DE-25771AED0799}"/>
          </ac:spMkLst>
        </pc:spChg>
        <pc:spChg chg="add del">
          <ac:chgData name="Manoukian, Aline Teresa" userId="d718f2d0-7537-4783-adad-678844fee1a5" providerId="ADAL" clId="{650F5C3F-1F02-48EE-A36B-F0F1EF35F278}" dt="2025-11-10T02:36:58.070" v="803" actId="26606"/>
          <ac:spMkLst>
            <pc:docMk/>
            <pc:sldMk cId="4201993438" sldId="265"/>
            <ac:spMk id="16" creationId="{3F0B8CEB-8279-4E5E-A0CE-1FC9F71736F2}"/>
          </ac:spMkLst>
        </pc:spChg>
        <pc:spChg chg="add del">
          <ac:chgData name="Manoukian, Aline Teresa" userId="d718f2d0-7537-4783-adad-678844fee1a5" providerId="ADAL" clId="{650F5C3F-1F02-48EE-A36B-F0F1EF35F278}" dt="2025-11-10T02:37:08.522" v="809" actId="26606"/>
          <ac:spMkLst>
            <pc:docMk/>
            <pc:sldMk cId="4201993438" sldId="265"/>
            <ac:spMk id="17" creationId="{829A1E2C-5AC8-40FC-99E9-832069D39792}"/>
          </ac:spMkLst>
        </pc:spChg>
        <pc:spChg chg="add del">
          <ac:chgData name="Manoukian, Aline Teresa" userId="d718f2d0-7537-4783-adad-678844fee1a5" providerId="ADAL" clId="{650F5C3F-1F02-48EE-A36B-F0F1EF35F278}" dt="2025-11-10T02:37:02.281" v="805" actId="26606"/>
          <ac:spMkLst>
            <pc:docMk/>
            <pc:sldMk cId="4201993438" sldId="265"/>
            <ac:spMk id="18" creationId="{79477870-C64A-4E35-8F2F-05B7114F3C74}"/>
          </ac:spMkLst>
        </pc:spChg>
        <pc:spChg chg="add del">
          <ac:chgData name="Manoukian, Aline Teresa" userId="d718f2d0-7537-4783-adad-678844fee1a5" providerId="ADAL" clId="{650F5C3F-1F02-48EE-A36B-F0F1EF35F278}" dt="2025-11-10T02:37:02.281" v="805" actId="26606"/>
          <ac:spMkLst>
            <pc:docMk/>
            <pc:sldMk cId="4201993438" sldId="265"/>
            <ac:spMk id="19" creationId="{8AEA628B-C8FF-4D0B-B111-F101F580B15D}"/>
          </ac:spMkLst>
        </pc:spChg>
        <pc:spChg chg="add del">
          <ac:chgData name="Manoukian, Aline Teresa" userId="d718f2d0-7537-4783-adad-678844fee1a5" providerId="ADAL" clId="{650F5C3F-1F02-48EE-A36B-F0F1EF35F278}" dt="2025-11-10T02:37:02.281" v="805" actId="26606"/>
          <ac:spMkLst>
            <pc:docMk/>
            <pc:sldMk cId="4201993438" sldId="265"/>
            <ac:spMk id="20" creationId="{42663BD0-064C-40FC-A331-F49FCA9536AA}"/>
          </ac:spMkLst>
        </pc:spChg>
        <pc:spChg chg="add del">
          <ac:chgData name="Manoukian, Aline Teresa" userId="d718f2d0-7537-4783-adad-678844fee1a5" providerId="ADAL" clId="{650F5C3F-1F02-48EE-A36B-F0F1EF35F278}" dt="2025-11-10T02:37:04.736" v="807" actId="26606"/>
          <ac:spMkLst>
            <pc:docMk/>
            <pc:sldMk cId="4201993438" sldId="265"/>
            <ac:spMk id="22" creationId="{04812C46-200A-4DEB-A05E-3ED6C68C2387}"/>
          </ac:spMkLst>
        </pc:spChg>
        <pc:spChg chg="add del mod">
          <ac:chgData name="Manoukian, Aline Teresa" userId="d718f2d0-7537-4783-adad-678844fee1a5" providerId="ADAL" clId="{650F5C3F-1F02-48EE-A36B-F0F1EF35F278}" dt="2025-11-10T03:33:51.426" v="2081" actId="478"/>
          <ac:spMkLst>
            <pc:docMk/>
            <pc:sldMk cId="4201993438" sldId="265"/>
            <ac:spMk id="23" creationId="{E5C15878-DC40-5CB0-D5C0-6075A6B6C50F}"/>
          </ac:spMkLst>
        </pc:spChg>
        <pc:spChg chg="add del">
          <ac:chgData name="Manoukian, Aline Teresa" userId="d718f2d0-7537-4783-adad-678844fee1a5" providerId="ADAL" clId="{650F5C3F-1F02-48EE-A36B-F0F1EF35F278}" dt="2025-11-10T02:37:08.522" v="809" actId="26606"/>
          <ac:spMkLst>
            <pc:docMk/>
            <pc:sldMk cId="4201993438" sldId="265"/>
            <ac:spMk id="24" creationId="{8181FC64-B306-4821-98E2-780662EFC486}"/>
          </ac:spMkLst>
        </pc:spChg>
        <pc:spChg chg="add del">
          <ac:chgData name="Manoukian, Aline Teresa" userId="d718f2d0-7537-4783-adad-678844fee1a5" providerId="ADAL" clId="{650F5C3F-1F02-48EE-A36B-F0F1EF35F278}" dt="2025-11-10T02:37:08.522" v="809" actId="26606"/>
          <ac:spMkLst>
            <pc:docMk/>
            <pc:sldMk cId="4201993438" sldId="265"/>
            <ac:spMk id="25" creationId="{5871FC61-DD4E-47D4-81FD-8A7E7D12B371}"/>
          </ac:spMkLst>
        </pc:spChg>
        <pc:spChg chg="add del">
          <ac:chgData name="Manoukian, Aline Teresa" userId="d718f2d0-7537-4783-adad-678844fee1a5" providerId="ADAL" clId="{650F5C3F-1F02-48EE-A36B-F0F1EF35F278}" dt="2025-11-10T02:37:08.522" v="809" actId="26606"/>
          <ac:spMkLst>
            <pc:docMk/>
            <pc:sldMk cId="4201993438" sldId="265"/>
            <ac:spMk id="26" creationId="{F9EC3F91-A75C-4F74-867E-E4C28C13546B}"/>
          </ac:spMkLst>
        </pc:spChg>
        <pc:spChg chg="add">
          <ac:chgData name="Manoukian, Aline Teresa" userId="d718f2d0-7537-4783-adad-678844fee1a5" providerId="ADAL" clId="{650F5C3F-1F02-48EE-A36B-F0F1EF35F278}" dt="2025-11-10T03:16:06.483" v="1870" actId="26606"/>
          <ac:spMkLst>
            <pc:docMk/>
            <pc:sldMk cId="4201993438" sldId="265"/>
            <ac:spMk id="34" creationId="{D1D34770-47A8-402C-AF23-2B653F2D88C1}"/>
          </ac:spMkLst>
        </pc:spChg>
        <pc:grpChg chg="add del">
          <ac:chgData name="Manoukian, Aline Teresa" userId="d718f2d0-7537-4783-adad-678844fee1a5" providerId="ADAL" clId="{650F5C3F-1F02-48EE-A36B-F0F1EF35F278}" dt="2025-11-10T03:16:06.483" v="1870" actId="26606"/>
          <ac:grpSpMkLst>
            <pc:docMk/>
            <pc:sldMk cId="4201993438" sldId="265"/>
            <ac:grpSpMk id="28" creationId="{8CE57D37-C2D0-066B-1AE3-6F4244344F27}"/>
          </ac:grpSpMkLst>
        </pc:grpChg>
        <pc:picChg chg="add mod ord">
          <ac:chgData name="Manoukian, Aline Teresa" userId="d718f2d0-7537-4783-adad-678844fee1a5" providerId="ADAL" clId="{650F5C3F-1F02-48EE-A36B-F0F1EF35F278}" dt="2025-11-10T03:21:48.082" v="1944" actId="1076"/>
          <ac:picMkLst>
            <pc:docMk/>
            <pc:sldMk cId="4201993438" sldId="265"/>
            <ac:picMk id="4" creationId="{369912F5-5C5B-8AC7-99EF-DBC0312D5AC2}"/>
          </ac:picMkLst>
        </pc:picChg>
      </pc:sldChg>
      <pc:sldChg chg="addSp delSp modSp new mod setBg addAnim delAnim modAnim">
        <pc:chgData name="Manoukian, Aline Teresa" userId="d718f2d0-7537-4783-adad-678844fee1a5" providerId="ADAL" clId="{650F5C3F-1F02-48EE-A36B-F0F1EF35F278}" dt="2025-11-10T22:10:45.167" v="2409" actId="207"/>
        <pc:sldMkLst>
          <pc:docMk/>
          <pc:sldMk cId="339373391" sldId="266"/>
        </pc:sldMkLst>
        <pc:spChg chg="add del">
          <ac:chgData name="Manoukian, Aline Teresa" userId="d718f2d0-7537-4783-adad-678844fee1a5" providerId="ADAL" clId="{650F5C3F-1F02-48EE-A36B-F0F1EF35F278}" dt="2025-11-10T02:49:58.488" v="877" actId="26606"/>
          <ac:spMkLst>
            <pc:docMk/>
            <pc:sldMk cId="339373391" sldId="266"/>
            <ac:spMk id="2" creationId="{79918994-830A-60CA-1A11-860D50D392AD}"/>
          </ac:spMkLst>
        </pc:spChg>
        <pc:spChg chg="add del">
          <ac:chgData name="Manoukian, Aline Teresa" userId="d718f2d0-7537-4783-adad-678844fee1a5" providerId="ADAL" clId="{650F5C3F-1F02-48EE-A36B-F0F1EF35F278}" dt="2025-11-10T02:49:47.500" v="864" actId="931"/>
          <ac:spMkLst>
            <pc:docMk/>
            <pc:sldMk cId="339373391" sldId="266"/>
            <ac:spMk id="3" creationId="{D212C4C5-836A-3091-8D0F-F67169E45E78}"/>
          </ac:spMkLst>
        </pc:spChg>
        <pc:spChg chg="add del">
          <ac:chgData name="Manoukian, Aline Teresa" userId="d718f2d0-7537-4783-adad-678844fee1a5" providerId="ADAL" clId="{650F5C3F-1F02-48EE-A36B-F0F1EF35F278}" dt="2025-11-10T02:49:55.667" v="870" actId="26606"/>
          <ac:spMkLst>
            <pc:docMk/>
            <pc:sldMk cId="339373391" sldId="266"/>
            <ac:spMk id="9" creationId="{79918994-830A-60CA-1A11-860D50D392AD}"/>
          </ac:spMkLst>
        </pc:spChg>
        <pc:spChg chg="add del">
          <ac:chgData name="Manoukian, Aline Teresa" userId="d718f2d0-7537-4783-adad-678844fee1a5" providerId="ADAL" clId="{650F5C3F-1F02-48EE-A36B-F0F1EF35F278}" dt="2025-11-10T02:49:58.473" v="876" actId="26606"/>
          <ac:spMkLst>
            <pc:docMk/>
            <pc:sldMk cId="339373391" sldId="266"/>
            <ac:spMk id="10" creationId="{42A4FC2C-047E-45A5-965D-8E1E3BF09BC6}"/>
          </ac:spMkLst>
        </pc:spChg>
        <pc:spChg chg="add del">
          <ac:chgData name="Manoukian, Aline Teresa" userId="d718f2d0-7537-4783-adad-678844fee1a5" providerId="ADAL" clId="{650F5C3F-1F02-48EE-A36B-F0F1EF35F278}" dt="2025-11-10T02:49:55.667" v="870" actId="26606"/>
          <ac:spMkLst>
            <pc:docMk/>
            <pc:sldMk cId="339373391" sldId="266"/>
            <ac:spMk id="11" creationId="{5B3C64C4-9FEF-9BCA-4016-C13BDAB5D108}"/>
          </ac:spMkLst>
        </pc:spChg>
        <pc:spChg chg="add del">
          <ac:chgData name="Manoukian, Aline Teresa" userId="d718f2d0-7537-4783-adad-678844fee1a5" providerId="ADAL" clId="{650F5C3F-1F02-48EE-A36B-F0F1EF35F278}" dt="2025-11-10T02:49:56.991" v="872" actId="26606"/>
          <ac:spMkLst>
            <pc:docMk/>
            <pc:sldMk cId="339373391" sldId="266"/>
            <ac:spMk id="12" creationId="{42A4FC2C-047E-45A5-965D-8E1E3BF09BC6}"/>
          </ac:spMkLst>
        </pc:spChg>
        <pc:spChg chg="add mod ord">
          <ac:chgData name="Manoukian, Aline Teresa" userId="d718f2d0-7537-4783-adad-678844fee1a5" providerId="ADAL" clId="{650F5C3F-1F02-48EE-A36B-F0F1EF35F278}" dt="2025-11-10T03:12:18.569" v="1852" actId="1076"/>
          <ac:spMkLst>
            <pc:docMk/>
            <pc:sldMk cId="339373391" sldId="266"/>
            <ac:spMk id="13" creationId="{B385F5CA-7F0C-FADF-B76C-69F30AF489CF}"/>
          </ac:spMkLst>
        </pc:spChg>
        <pc:spChg chg="add del">
          <ac:chgData name="Manoukian, Aline Teresa" userId="d718f2d0-7537-4783-adad-678844fee1a5" providerId="ADAL" clId="{650F5C3F-1F02-48EE-A36B-F0F1EF35F278}" dt="2025-11-10T02:49:55.667" v="870" actId="26606"/>
          <ac:spMkLst>
            <pc:docMk/>
            <pc:sldMk cId="339373391" sldId="266"/>
            <ac:spMk id="14" creationId="{23E547B5-89CF-4EC0-96DE-25771AED0799}"/>
          </ac:spMkLst>
        </pc:spChg>
        <pc:spChg chg="add mod">
          <ac:chgData name="Manoukian, Aline Teresa" userId="d718f2d0-7537-4783-adad-678844fee1a5" providerId="ADAL" clId="{650F5C3F-1F02-48EE-A36B-F0F1EF35F278}" dt="2025-11-10T22:10:34.350" v="2406" actId="207"/>
          <ac:spMkLst>
            <pc:docMk/>
            <pc:sldMk cId="339373391" sldId="266"/>
            <ac:spMk id="15" creationId="{2E0E194D-0B7F-9AEB-4B10-E0BBFB28D5C0}"/>
          </ac:spMkLst>
        </pc:spChg>
        <pc:spChg chg="add del">
          <ac:chgData name="Manoukian, Aline Teresa" userId="d718f2d0-7537-4783-adad-678844fee1a5" providerId="ADAL" clId="{650F5C3F-1F02-48EE-A36B-F0F1EF35F278}" dt="2025-11-10T02:49:55.667" v="870" actId="26606"/>
          <ac:spMkLst>
            <pc:docMk/>
            <pc:sldMk cId="339373391" sldId="266"/>
            <ac:spMk id="16" creationId="{3F0B8CEB-8279-4E5E-A0CE-1FC9F71736F2}"/>
          </ac:spMkLst>
        </pc:spChg>
        <pc:graphicFrameChg chg="add mod modGraphic">
          <ac:chgData name="Manoukian, Aline Teresa" userId="d718f2d0-7537-4783-adad-678844fee1a5" providerId="ADAL" clId="{650F5C3F-1F02-48EE-A36B-F0F1EF35F278}" dt="2025-11-10T22:10:45.167" v="2409" actId="207"/>
          <ac:graphicFrameMkLst>
            <pc:docMk/>
            <pc:sldMk cId="339373391" sldId="266"/>
            <ac:graphicFrameMk id="8" creationId="{4FB10CA9-2B32-762C-0B67-C6F130F214C5}"/>
          </ac:graphicFrameMkLst>
        </pc:graphicFrameChg>
        <pc:picChg chg="add mod">
          <ac:chgData name="Manoukian, Aline Teresa" userId="d718f2d0-7537-4783-adad-678844fee1a5" providerId="ADAL" clId="{650F5C3F-1F02-48EE-A36B-F0F1EF35F278}" dt="2025-11-10T02:49:41.398" v="862" actId="931"/>
          <ac:picMkLst>
            <pc:docMk/>
            <pc:sldMk cId="339373391" sldId="266"/>
            <ac:picMk id="5" creationId="{1B01476D-39A4-610A-5AB7-52FF9E83FAEB}"/>
          </ac:picMkLst>
        </pc:picChg>
        <pc:picChg chg="add mod">
          <ac:chgData name="Manoukian, Aline Teresa" userId="d718f2d0-7537-4783-adad-678844fee1a5" providerId="ADAL" clId="{650F5C3F-1F02-48EE-A36B-F0F1EF35F278}" dt="2025-11-10T03:04:15.909" v="1651" actId="1076"/>
          <ac:picMkLst>
            <pc:docMk/>
            <pc:sldMk cId="339373391" sldId="266"/>
            <ac:picMk id="7" creationId="{EB0B44B6-2F29-7C50-45DA-52CAF7BB993A}"/>
          </ac:picMkLst>
        </pc:picChg>
      </pc:sldChg>
      <pc:sldChg chg="addSp delSp modSp add mod setBg addAnim delAnim modAnim delDesignElem">
        <pc:chgData name="Manoukian, Aline Teresa" userId="d718f2d0-7537-4783-adad-678844fee1a5" providerId="ADAL" clId="{650F5C3F-1F02-48EE-A36B-F0F1EF35F278}" dt="2025-11-10T22:09:28.446" v="2398" actId="207"/>
        <pc:sldMkLst>
          <pc:docMk/>
          <pc:sldMk cId="824981253" sldId="267"/>
        </pc:sldMkLst>
        <pc:spChg chg="add mod ord">
          <ac:chgData name="Manoukian, Aline Teresa" userId="d718f2d0-7537-4783-adad-678844fee1a5" providerId="ADAL" clId="{650F5C3F-1F02-48EE-A36B-F0F1EF35F278}" dt="2025-11-10T13:56:00.313" v="2143" actId="1076"/>
          <ac:spMkLst>
            <pc:docMk/>
            <pc:sldMk cId="824981253" sldId="267"/>
            <ac:spMk id="2" creationId="{3C443BC0-F154-682A-FEBA-CA2CC5B2C733}"/>
          </ac:spMkLst>
        </pc:spChg>
        <pc:spChg chg="add mod">
          <ac:chgData name="Manoukian, Aline Teresa" userId="d718f2d0-7537-4783-adad-678844fee1a5" providerId="ADAL" clId="{650F5C3F-1F02-48EE-A36B-F0F1EF35F278}" dt="2025-11-10T22:09:24.093" v="2397" actId="207"/>
          <ac:spMkLst>
            <pc:docMk/>
            <pc:sldMk cId="824981253" sldId="267"/>
            <ac:spMk id="3" creationId="{FC5691B9-4511-E2E7-55E0-CA47A5C641AE}"/>
          </ac:spMkLst>
        </pc:spChg>
        <pc:spChg chg="add del mod">
          <ac:chgData name="Manoukian, Aline Teresa" userId="d718f2d0-7537-4783-adad-678844fee1a5" providerId="ADAL" clId="{650F5C3F-1F02-48EE-A36B-F0F1EF35F278}" dt="2025-11-10T13:57:15.277" v="2152" actId="22"/>
          <ac:spMkLst>
            <pc:docMk/>
            <pc:sldMk cId="824981253" sldId="267"/>
            <ac:spMk id="6" creationId="{99723A54-8E3B-4931-685A-CF02E12F6154}"/>
          </ac:spMkLst>
        </pc:spChg>
        <pc:spChg chg="add mod">
          <ac:chgData name="Manoukian, Aline Teresa" userId="d718f2d0-7537-4783-adad-678844fee1a5" providerId="ADAL" clId="{650F5C3F-1F02-48EE-A36B-F0F1EF35F278}" dt="2025-11-10T22:09:28.446" v="2398" actId="207"/>
          <ac:spMkLst>
            <pc:docMk/>
            <pc:sldMk cId="824981253" sldId="267"/>
            <ac:spMk id="7" creationId="{CFED650E-4F41-9FC0-F2AE-E009BC984855}"/>
          </ac:spMkLst>
        </pc:spChg>
        <pc:spChg chg="add mod">
          <ac:chgData name="Manoukian, Aline Teresa" userId="d718f2d0-7537-4783-adad-678844fee1a5" providerId="ADAL" clId="{650F5C3F-1F02-48EE-A36B-F0F1EF35F278}" dt="2025-11-10T14:00:36.161" v="2177" actId="767"/>
          <ac:spMkLst>
            <pc:docMk/>
            <pc:sldMk cId="824981253" sldId="267"/>
            <ac:spMk id="8" creationId="{2CB5F4BA-ED28-F488-3552-CA6842210167}"/>
          </ac:spMkLst>
        </pc:spChg>
        <pc:spChg chg="add del mod">
          <ac:chgData name="Manoukian, Aline Teresa" userId="d718f2d0-7537-4783-adad-678844fee1a5" providerId="ADAL" clId="{650F5C3F-1F02-48EE-A36B-F0F1EF35F278}" dt="2025-11-10T14:06:40.761" v="2190"/>
          <ac:spMkLst>
            <pc:docMk/>
            <pc:sldMk cId="824981253" sldId="267"/>
            <ac:spMk id="9" creationId="{EB76A1D6-A273-6476-3E6D-734AF83A5033}"/>
          </ac:spMkLst>
        </pc:spChg>
        <pc:spChg chg="del">
          <ac:chgData name="Manoukian, Aline Teresa" userId="d718f2d0-7537-4783-adad-678844fee1a5" providerId="ADAL" clId="{650F5C3F-1F02-48EE-A36B-F0F1EF35F278}" dt="2025-11-10T03:34:29.109" v="2090" actId="478"/>
          <ac:spMkLst>
            <pc:docMk/>
            <pc:sldMk cId="824981253" sldId="267"/>
            <ac:spMk id="10" creationId="{9F17B516-5CBF-B118-97BA-8A6602288036}"/>
          </ac:spMkLst>
        </pc:spChg>
        <pc:spChg chg="del">
          <ac:chgData name="Manoukian, Aline Teresa" userId="d718f2d0-7537-4783-adad-678844fee1a5" providerId="ADAL" clId="{650F5C3F-1F02-48EE-A36B-F0F1EF35F278}" dt="2025-11-10T03:34:26.302" v="2089"/>
          <ac:spMkLst>
            <pc:docMk/>
            <pc:sldMk cId="824981253" sldId="267"/>
            <ac:spMk id="34" creationId="{49D2B121-83AF-1847-70D2-EF47DA158B7C}"/>
          </ac:spMkLst>
        </pc:spChg>
      </pc:sldChg>
      <pc:sldChg chg="addSp delSp add del setBg delDesignElem">
        <pc:chgData name="Manoukian, Aline Teresa" userId="d718f2d0-7537-4783-adad-678844fee1a5" providerId="ADAL" clId="{650F5C3F-1F02-48EE-A36B-F0F1EF35F278}" dt="2025-11-10T03:34:38.559" v="2093"/>
        <pc:sldMkLst>
          <pc:docMk/>
          <pc:sldMk cId="1343827083" sldId="268"/>
        </pc:sldMkLst>
        <pc:spChg chg="add del">
          <ac:chgData name="Manoukian, Aline Teresa" userId="d718f2d0-7537-4783-adad-678844fee1a5" providerId="ADAL" clId="{650F5C3F-1F02-48EE-A36B-F0F1EF35F278}" dt="2025-11-10T03:34:38.559" v="2093"/>
          <ac:spMkLst>
            <pc:docMk/>
            <pc:sldMk cId="1343827083" sldId="268"/>
            <ac:spMk id="34" creationId="{7C6AC970-0FD1-080B-BA3D-D60086EA3693}"/>
          </ac:spMkLst>
        </pc:spChg>
      </pc:sldChg>
      <pc:sldChg chg="add del">
        <pc:chgData name="Manoukian, Aline Teresa" userId="d718f2d0-7537-4783-adad-678844fee1a5" providerId="ADAL" clId="{650F5C3F-1F02-48EE-A36B-F0F1EF35F278}" dt="2025-11-10T21:59:36.398" v="2284"/>
        <pc:sldMkLst>
          <pc:docMk/>
          <pc:sldMk cId="3754219291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AFBA2-72A4-4073-954D-A4F1DA5AE36C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E05E3-8357-4228-BABA-6F4E34C419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551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973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j’ai choisi le programme TIM : vos motivations, intérêts ou inspirations.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166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profil multimédia : créatif, technique ou hybride (avec explication).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5287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 forces : compétences ou qualités qui vous démarquent.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2491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3973-3737-A86F-6FD1-57012C5C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3DEDE-D613-0C20-7009-28F646F2C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CD346-42BB-9254-E48C-8DCC9E7C1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Mes faiblesses : points à améliorer ou défis à surmonter.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A10E8-FD7A-1D1E-550B-1EEF0C912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10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domaine multimédia préféré : pourquoi ce domaine vous attire.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507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domaine multimédia le moins préféré : ce qui vous rejoint moins et pourquoi.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997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premier choix de carrière ou d’études universitaires : lien avec votre profil.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490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deuxième choix de carrière ou d’études universitaires : autre voie possible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1151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: résumé de votre profil et de vos aspirations.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E05E3-8357-4228-BABA-6F4E34C4198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588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630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950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98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7994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33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776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2980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5157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569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8240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705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74E807C-0410-4E62-B0FF-243E9773DFFE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FF966F0-BD36-4B67-9536-807D6C7EB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67971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7D97-5C0D-0202-BCCF-35CB240E1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CA" dirty="0">
                <a:solidFill>
                  <a:srgbClr val="F2F2EE"/>
                </a:solidFill>
              </a:rPr>
              <a:t>Analyse d’un profil multimédia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46A4A-D0F5-8F9E-1676-BDAE4C543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>
                <a:solidFill>
                  <a:srgbClr val="F2F2EE"/>
                </a:solidFill>
              </a:rPr>
              <a:t>Par Aline Manoukian</a:t>
            </a:r>
          </a:p>
          <a:p>
            <a:r>
              <a:rPr lang="en-CA" sz="1800" dirty="0">
                <a:solidFill>
                  <a:srgbClr val="F2F2EE"/>
                </a:solidFill>
              </a:rPr>
              <a:t>Domaines multimédias, session </a:t>
            </a:r>
            <a:r>
              <a:rPr lang="en-CA" sz="1800" dirty="0"/>
              <a:t>1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331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ross in the sky&#10;&#10;AI-generated content may be incorrect.">
            <a:extLst>
              <a:ext uri="{FF2B5EF4-FFF2-40B4-BE49-F238E27FC236}">
                <a16:creationId xmlns:a16="http://schemas.microsoft.com/office/drawing/2014/main" id="{EB0B44B6-2F29-7C50-45DA-52CAF7BB9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 r="1" b="39547"/>
          <a:stretch>
            <a:fillRect/>
          </a:stretch>
        </p:blipFill>
        <p:spPr>
          <a:xfrm>
            <a:off x="7133" y="-100584"/>
            <a:ext cx="12191979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85F5CA-7F0C-FADF-B76C-69F30AF489CF}"/>
              </a:ext>
            </a:extLst>
          </p:cNvPr>
          <p:cNvSpPr/>
          <p:nvPr/>
        </p:nvSpPr>
        <p:spPr>
          <a:xfrm>
            <a:off x="-184448" y="2694667"/>
            <a:ext cx="12886441" cy="416333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2000">
                <a:srgbClr val="F2F2EE">
                  <a:alpha val="0"/>
                </a:srgbClr>
              </a:gs>
              <a:gs pos="100000">
                <a:schemeClr val="tx1"/>
              </a:gs>
              <a:gs pos="100000">
                <a:srgbClr val="F2F2EE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B10CA9-2B32-762C-0B67-C6F130F2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712688"/>
              </p:ext>
            </p:extLst>
          </p:nvPr>
        </p:nvGraphicFramePr>
        <p:xfrm>
          <a:off x="0" y="4147794"/>
          <a:ext cx="12133576" cy="2609622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  <a:reflection blurRad="571500" stA="45000" endPos="65000" dist="508000" dir="5400000" sy="-100000" algn="bl" rotWithShape="0"/>
                </a:effectLst>
                <a:tableStyleId>{5C22544A-7EE6-4342-B048-85BDC9FD1C3A}</a:tableStyleId>
              </a:tblPr>
              <a:tblGrid>
                <a:gridCol w="1516697">
                  <a:extLst>
                    <a:ext uri="{9D8B030D-6E8A-4147-A177-3AD203B41FA5}">
                      <a16:colId xmlns:a16="http://schemas.microsoft.com/office/drawing/2014/main" val="4126859075"/>
                    </a:ext>
                  </a:extLst>
                </a:gridCol>
                <a:gridCol w="1516697">
                  <a:extLst>
                    <a:ext uri="{9D8B030D-6E8A-4147-A177-3AD203B41FA5}">
                      <a16:colId xmlns:a16="http://schemas.microsoft.com/office/drawing/2014/main" val="864054397"/>
                    </a:ext>
                  </a:extLst>
                </a:gridCol>
                <a:gridCol w="1516697">
                  <a:extLst>
                    <a:ext uri="{9D8B030D-6E8A-4147-A177-3AD203B41FA5}">
                      <a16:colId xmlns:a16="http://schemas.microsoft.com/office/drawing/2014/main" val="4274723763"/>
                    </a:ext>
                  </a:extLst>
                </a:gridCol>
                <a:gridCol w="1516697">
                  <a:extLst>
                    <a:ext uri="{9D8B030D-6E8A-4147-A177-3AD203B41FA5}">
                      <a16:colId xmlns:a16="http://schemas.microsoft.com/office/drawing/2014/main" val="1530754559"/>
                    </a:ext>
                  </a:extLst>
                </a:gridCol>
                <a:gridCol w="1516697">
                  <a:extLst>
                    <a:ext uri="{9D8B030D-6E8A-4147-A177-3AD203B41FA5}">
                      <a16:colId xmlns:a16="http://schemas.microsoft.com/office/drawing/2014/main" val="357318717"/>
                    </a:ext>
                  </a:extLst>
                </a:gridCol>
                <a:gridCol w="1516697">
                  <a:extLst>
                    <a:ext uri="{9D8B030D-6E8A-4147-A177-3AD203B41FA5}">
                      <a16:colId xmlns:a16="http://schemas.microsoft.com/office/drawing/2014/main" val="2551228686"/>
                    </a:ext>
                  </a:extLst>
                </a:gridCol>
                <a:gridCol w="1516697">
                  <a:extLst>
                    <a:ext uri="{9D8B030D-6E8A-4147-A177-3AD203B41FA5}">
                      <a16:colId xmlns:a16="http://schemas.microsoft.com/office/drawing/2014/main" val="902899693"/>
                    </a:ext>
                  </a:extLst>
                </a:gridCol>
                <a:gridCol w="1516697">
                  <a:extLst>
                    <a:ext uri="{9D8B030D-6E8A-4147-A177-3AD203B41FA5}">
                      <a16:colId xmlns:a16="http://schemas.microsoft.com/office/drawing/2014/main" val="1616048534"/>
                    </a:ext>
                  </a:extLst>
                </a:gridCol>
              </a:tblGrid>
              <a:tr h="2609622"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Pourquoi j’ai choisi le programme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 profil multimédia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 forces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 faiblesses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 </a:t>
                      </a:r>
                      <a:r>
                        <a:rPr lang="en-CA" sz="1800" b="0" i="0" kern="1200" dirty="0" err="1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domaine</a:t>
                      </a:r>
                      <a:r>
                        <a:rPr lang="en-CA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multimédia </a:t>
                      </a:r>
                      <a:r>
                        <a:rPr lang="en-CA" sz="1800" b="0" i="0" kern="1200" dirty="0" err="1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préférée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 domaine multimédia le moins préféré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 premier choix de carrière ou d’études universitaire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 deuxième choix de carrière ou d’études universitaire</a:t>
                      </a:r>
                      <a:endParaRPr lang="en-CA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55493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E0E194D-0B7F-9AEB-4B10-E0BBFB28D5C0}"/>
              </a:ext>
            </a:extLst>
          </p:cNvPr>
          <p:cNvSpPr txBox="1"/>
          <p:nvPr/>
        </p:nvSpPr>
        <p:spPr>
          <a:xfrm>
            <a:off x="3188980" y="2263577"/>
            <a:ext cx="6303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5400" dirty="0">
                <a:solidFill>
                  <a:schemeClr val="tx2">
                    <a:lumMod val="10000"/>
                  </a:schemeClr>
                </a:solidFill>
              </a:rPr>
              <a:t>Profile Multimédia</a:t>
            </a:r>
            <a:endParaRPr lang="en-CA" sz="5400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7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light coming out of a door&#10;&#10;AI-generated content may be incorrect.">
            <a:extLst>
              <a:ext uri="{FF2B5EF4-FFF2-40B4-BE49-F238E27FC236}">
                <a16:creationId xmlns:a16="http://schemas.microsoft.com/office/drawing/2014/main" id="{0B6F3714-AC7B-89AC-BC7E-299F76DEF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57" r="1" b="3350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93E087-1531-7CD8-7313-8CDD04E2CAF1}"/>
              </a:ext>
            </a:extLst>
          </p:cNvPr>
          <p:cNvSpPr/>
          <p:nvPr/>
        </p:nvSpPr>
        <p:spPr>
          <a:xfrm>
            <a:off x="0" y="-175098"/>
            <a:ext cx="5612368" cy="7171643"/>
          </a:xfrm>
          <a:custGeom>
            <a:avLst/>
            <a:gdLst>
              <a:gd name="connsiteX0" fmla="*/ 0 w 5603132"/>
              <a:gd name="connsiteY0" fmla="*/ 0 h 7033098"/>
              <a:gd name="connsiteX1" fmla="*/ 5603132 w 5603132"/>
              <a:gd name="connsiteY1" fmla="*/ 0 h 7033098"/>
              <a:gd name="connsiteX2" fmla="*/ 5603132 w 5603132"/>
              <a:gd name="connsiteY2" fmla="*/ 7033098 h 7033098"/>
              <a:gd name="connsiteX3" fmla="*/ 0 w 5603132"/>
              <a:gd name="connsiteY3" fmla="*/ 7033098 h 7033098"/>
              <a:gd name="connsiteX4" fmla="*/ 0 w 5603132"/>
              <a:gd name="connsiteY4" fmla="*/ 0 h 7033098"/>
              <a:gd name="connsiteX0" fmla="*/ 0 w 5612368"/>
              <a:gd name="connsiteY0" fmla="*/ 0 h 7171643"/>
              <a:gd name="connsiteX1" fmla="*/ 5603132 w 5612368"/>
              <a:gd name="connsiteY1" fmla="*/ 0 h 7171643"/>
              <a:gd name="connsiteX2" fmla="*/ 5612368 w 5612368"/>
              <a:gd name="connsiteY2" fmla="*/ 7171643 h 7171643"/>
              <a:gd name="connsiteX3" fmla="*/ 0 w 5612368"/>
              <a:gd name="connsiteY3" fmla="*/ 7033098 h 7171643"/>
              <a:gd name="connsiteX4" fmla="*/ 0 w 5612368"/>
              <a:gd name="connsiteY4" fmla="*/ 0 h 7171643"/>
              <a:gd name="connsiteX0" fmla="*/ 0 w 5612368"/>
              <a:gd name="connsiteY0" fmla="*/ 0 h 7171643"/>
              <a:gd name="connsiteX1" fmla="*/ 5603132 w 5612368"/>
              <a:gd name="connsiteY1" fmla="*/ 0 h 7171643"/>
              <a:gd name="connsiteX2" fmla="*/ 5612368 w 5612368"/>
              <a:gd name="connsiteY2" fmla="*/ 7171643 h 7171643"/>
              <a:gd name="connsiteX3" fmla="*/ 0 w 5612368"/>
              <a:gd name="connsiteY3" fmla="*/ 7033098 h 7171643"/>
              <a:gd name="connsiteX4" fmla="*/ 0 w 5612368"/>
              <a:gd name="connsiteY4" fmla="*/ 0 h 717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2368" h="7171643">
                <a:moveTo>
                  <a:pt x="0" y="0"/>
                </a:moveTo>
                <a:lnTo>
                  <a:pt x="5603132" y="0"/>
                </a:lnTo>
                <a:cubicBezTo>
                  <a:pt x="5606211" y="2390548"/>
                  <a:pt x="2746016" y="2878404"/>
                  <a:pt x="5612368" y="7171643"/>
                </a:cubicBezTo>
                <a:lnTo>
                  <a:pt x="0" y="703309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6ECC752-6472-5508-712C-CD7BBF63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rgbClr val="F2F2EE"/>
                </a:solidFill>
              </a:rPr>
              <a:t>Po</a:t>
            </a:r>
            <a:r>
              <a:rPr lang="fr-CA" dirty="0">
                <a:solidFill>
                  <a:schemeClr val="tx2">
                    <a:lumMod val="10000"/>
                  </a:schemeClr>
                </a:solidFill>
              </a:rPr>
              <a:t>urquoi ce programme</a:t>
            </a:r>
            <a:endParaRPr lang="en-CA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EDF929D-A7D5-FA83-7AEE-5A6EC9324616}"/>
              </a:ext>
            </a:extLst>
          </p:cNvPr>
          <p:cNvSpPr txBox="1">
            <a:spLocks/>
          </p:cNvSpPr>
          <p:nvPr/>
        </p:nvSpPr>
        <p:spPr>
          <a:xfrm>
            <a:off x="4572001" y="2201958"/>
            <a:ext cx="6781800" cy="39007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 dirty="0">
                <a:solidFill>
                  <a:schemeClr val="bg1"/>
                </a:solidFill>
              </a:rPr>
              <a:t>Motivations: faire ce que j’aime</a:t>
            </a:r>
          </a:p>
          <a:p>
            <a:r>
              <a:rPr lang="fr-CA" sz="2000" dirty="0" err="1">
                <a:solidFill>
                  <a:schemeClr val="bg1"/>
                </a:solidFill>
              </a:rPr>
              <a:t>Intétêts</a:t>
            </a:r>
            <a:r>
              <a:rPr lang="fr-CA" sz="2000" dirty="0">
                <a:solidFill>
                  <a:schemeClr val="bg1"/>
                </a:solidFill>
              </a:rPr>
              <a:t>/inspiration:</a:t>
            </a:r>
          </a:p>
          <a:p>
            <a:r>
              <a:rPr lang="fr-CA" sz="2000" dirty="0">
                <a:solidFill>
                  <a:schemeClr val="bg1"/>
                </a:solidFill>
              </a:rPr>
              <a:t>Utiliser ma créativité</a:t>
            </a:r>
          </a:p>
          <a:p>
            <a:r>
              <a:rPr lang="fr-CA" sz="2000" dirty="0">
                <a:solidFill>
                  <a:schemeClr val="bg1"/>
                </a:solidFill>
              </a:rPr>
              <a:t>Création des projets</a:t>
            </a:r>
          </a:p>
        </p:txBody>
      </p:sp>
    </p:spTree>
    <p:extLst>
      <p:ext uri="{BB962C8B-B14F-4D97-AF65-F5344CB8AC3E}">
        <p14:creationId xmlns:p14="http://schemas.microsoft.com/office/powerpoint/2010/main" val="142204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316F-8AAB-62C2-ADC6-8E010F85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93725"/>
            <a:ext cx="10515600" cy="1325563"/>
          </a:xfrm>
        </p:spPr>
        <p:txBody>
          <a:bodyPr/>
          <a:lstStyle/>
          <a:p>
            <a:r>
              <a:rPr lang="fr-CA" dirty="0">
                <a:solidFill>
                  <a:srgbClr val="F2F2EE"/>
                </a:solidFill>
              </a:rPr>
              <a:t>Mon profil multimédia</a:t>
            </a:r>
            <a:endParaRPr lang="en-CA" dirty="0">
              <a:solidFill>
                <a:srgbClr val="F2F2EE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E6778-3D2A-2420-2EB2-44CC64B2B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>
                <a:solidFill>
                  <a:srgbClr val="F2F2EE"/>
                </a:solidFill>
              </a:rPr>
              <a:t>Créative</a:t>
            </a:r>
          </a:p>
          <a:p>
            <a:r>
              <a:rPr lang="fr-CA" dirty="0">
                <a:solidFill>
                  <a:srgbClr val="F2F2EE"/>
                </a:solidFill>
              </a:rPr>
              <a:t>J’aime transformé des projet avec ma créativité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378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ulpture in a room&#10;&#10;AI-generated content may be incorrect.">
            <a:extLst>
              <a:ext uri="{FF2B5EF4-FFF2-40B4-BE49-F238E27FC236}">
                <a16:creationId xmlns:a16="http://schemas.microsoft.com/office/drawing/2014/main" id="{B7783259-76B2-7F89-1C6D-6971A64A5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" b="7966"/>
          <a:stretch>
            <a:fillRect/>
          </a:stretch>
        </p:blipFill>
        <p:spPr>
          <a:xfrm>
            <a:off x="-405574" y="-3610168"/>
            <a:ext cx="12982573" cy="14602017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4BA7E6-8AA4-E685-0F86-21F91CB92782}"/>
              </a:ext>
            </a:extLst>
          </p:cNvPr>
          <p:cNvSpPr/>
          <p:nvPr/>
        </p:nvSpPr>
        <p:spPr>
          <a:xfrm>
            <a:off x="0" y="-152400"/>
            <a:ext cx="7542657" cy="7258050"/>
          </a:xfrm>
          <a:custGeom>
            <a:avLst/>
            <a:gdLst>
              <a:gd name="connsiteX0" fmla="*/ 0 w 7515225"/>
              <a:gd name="connsiteY0" fmla="*/ 0 h 7258050"/>
              <a:gd name="connsiteX1" fmla="*/ 7515225 w 7515225"/>
              <a:gd name="connsiteY1" fmla="*/ 0 h 7258050"/>
              <a:gd name="connsiteX2" fmla="*/ 7515225 w 7515225"/>
              <a:gd name="connsiteY2" fmla="*/ 7258050 h 7258050"/>
              <a:gd name="connsiteX3" fmla="*/ 0 w 7515225"/>
              <a:gd name="connsiteY3" fmla="*/ 7258050 h 7258050"/>
              <a:gd name="connsiteX4" fmla="*/ 0 w 7515225"/>
              <a:gd name="connsiteY4" fmla="*/ 0 h 7258050"/>
              <a:gd name="connsiteX0" fmla="*/ 0 w 7542657"/>
              <a:gd name="connsiteY0" fmla="*/ 0 h 7258050"/>
              <a:gd name="connsiteX1" fmla="*/ 7515225 w 7542657"/>
              <a:gd name="connsiteY1" fmla="*/ 0 h 7258050"/>
              <a:gd name="connsiteX2" fmla="*/ 7542657 w 7542657"/>
              <a:gd name="connsiteY2" fmla="*/ 7258050 h 7258050"/>
              <a:gd name="connsiteX3" fmla="*/ 0 w 7542657"/>
              <a:gd name="connsiteY3" fmla="*/ 7258050 h 7258050"/>
              <a:gd name="connsiteX4" fmla="*/ 0 w 7542657"/>
              <a:gd name="connsiteY4" fmla="*/ 0 h 7258050"/>
              <a:gd name="connsiteX0" fmla="*/ 0 w 7542657"/>
              <a:gd name="connsiteY0" fmla="*/ 0 h 7258050"/>
              <a:gd name="connsiteX1" fmla="*/ 7515225 w 7542657"/>
              <a:gd name="connsiteY1" fmla="*/ 0 h 7258050"/>
              <a:gd name="connsiteX2" fmla="*/ 7542657 w 7542657"/>
              <a:gd name="connsiteY2" fmla="*/ 7258050 h 7258050"/>
              <a:gd name="connsiteX3" fmla="*/ 0 w 7542657"/>
              <a:gd name="connsiteY3" fmla="*/ 7258050 h 7258050"/>
              <a:gd name="connsiteX4" fmla="*/ 0 w 7542657"/>
              <a:gd name="connsiteY4" fmla="*/ 0 h 725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42657" h="7258050">
                <a:moveTo>
                  <a:pt x="0" y="0"/>
                </a:moveTo>
                <a:lnTo>
                  <a:pt x="7515225" y="0"/>
                </a:lnTo>
                <a:cubicBezTo>
                  <a:pt x="7524369" y="2419350"/>
                  <a:pt x="1352169" y="3503676"/>
                  <a:pt x="7542657" y="7258050"/>
                </a:cubicBezTo>
                <a:lnTo>
                  <a:pt x="0" y="725805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F83B3-31F0-5F7F-8821-20783E47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399" y="499683"/>
            <a:ext cx="5291663" cy="1628775"/>
          </a:xfrm>
        </p:spPr>
        <p:txBody>
          <a:bodyPr anchor="b">
            <a:normAutofit/>
          </a:bodyPr>
          <a:lstStyle/>
          <a:p>
            <a:r>
              <a:rPr lang="fr-CA" dirty="0">
                <a:solidFill>
                  <a:srgbClr val="F2F2EE"/>
                </a:solidFill>
              </a:rPr>
              <a:t>Mes</a:t>
            </a:r>
            <a:r>
              <a:rPr lang="fr-CA" dirty="0">
                <a:solidFill>
                  <a:schemeClr val="bg1"/>
                </a:solidFill>
              </a:rPr>
              <a:t> forces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00B3AB-B45C-3C9D-7209-347E31B61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3800" y="2195133"/>
            <a:ext cx="5291663" cy="3752849"/>
          </a:xfrm>
        </p:spPr>
        <p:txBody>
          <a:bodyPr>
            <a:normAutofit/>
          </a:bodyPr>
          <a:lstStyle/>
          <a:p>
            <a:r>
              <a:rPr lang="fr-CA" sz="2400" dirty="0">
                <a:solidFill>
                  <a:schemeClr val="bg1"/>
                </a:solidFill>
              </a:rPr>
              <a:t>créativité </a:t>
            </a:r>
          </a:p>
          <a:p>
            <a:r>
              <a:rPr lang="fr-CA" sz="2400" dirty="0">
                <a:solidFill>
                  <a:schemeClr val="bg1"/>
                </a:solidFill>
              </a:rPr>
              <a:t>patience</a:t>
            </a:r>
            <a:endParaRPr lang="en-CA" sz="2400" dirty="0">
              <a:solidFill>
                <a:schemeClr val="bg1"/>
              </a:solidFill>
            </a:endParaRPr>
          </a:p>
          <a:p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364095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F48B-BC5C-1522-6766-34FC460CA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building&#10;&#10;AI-generated content may be incorrect.">
            <a:extLst>
              <a:ext uri="{FF2B5EF4-FFF2-40B4-BE49-F238E27FC236}">
                <a16:creationId xmlns:a16="http://schemas.microsoft.com/office/drawing/2014/main" id="{9C241FD6-8160-BB57-6B9C-171D94CE3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9" r="1" b="1"/>
          <a:stretch>
            <a:fillRect/>
          </a:stretch>
        </p:blipFill>
        <p:spPr>
          <a:xfrm>
            <a:off x="-299623" y="-9572940"/>
            <a:ext cx="12488574" cy="17154830"/>
          </a:xfrm>
          <a:prstGeom prst="rect">
            <a:avLst/>
          </a:prstGeom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443BC0-F154-682A-FEBA-CA2CC5B2C733}"/>
              </a:ext>
            </a:extLst>
          </p:cNvPr>
          <p:cNvSpPr/>
          <p:nvPr/>
        </p:nvSpPr>
        <p:spPr>
          <a:xfrm>
            <a:off x="3408732" y="-165724"/>
            <a:ext cx="8878824" cy="8019288"/>
          </a:xfrm>
          <a:custGeom>
            <a:avLst/>
            <a:gdLst>
              <a:gd name="connsiteX0" fmla="*/ 0 w 6903720"/>
              <a:gd name="connsiteY0" fmla="*/ 0 h 8019288"/>
              <a:gd name="connsiteX1" fmla="*/ 6903720 w 6903720"/>
              <a:gd name="connsiteY1" fmla="*/ 0 h 8019288"/>
              <a:gd name="connsiteX2" fmla="*/ 6903720 w 6903720"/>
              <a:gd name="connsiteY2" fmla="*/ 8019288 h 8019288"/>
              <a:gd name="connsiteX3" fmla="*/ 0 w 6903720"/>
              <a:gd name="connsiteY3" fmla="*/ 8019288 h 8019288"/>
              <a:gd name="connsiteX4" fmla="*/ 0 w 6903720"/>
              <a:gd name="connsiteY4" fmla="*/ 0 h 8019288"/>
              <a:gd name="connsiteX0" fmla="*/ 0 w 6903720"/>
              <a:gd name="connsiteY0" fmla="*/ 27432 h 8019288"/>
              <a:gd name="connsiteX1" fmla="*/ 6903720 w 6903720"/>
              <a:gd name="connsiteY1" fmla="*/ 0 h 8019288"/>
              <a:gd name="connsiteX2" fmla="*/ 6903720 w 6903720"/>
              <a:gd name="connsiteY2" fmla="*/ 8019288 h 8019288"/>
              <a:gd name="connsiteX3" fmla="*/ 0 w 6903720"/>
              <a:gd name="connsiteY3" fmla="*/ 8019288 h 8019288"/>
              <a:gd name="connsiteX4" fmla="*/ 0 w 6903720"/>
              <a:gd name="connsiteY4" fmla="*/ 27432 h 8019288"/>
              <a:gd name="connsiteX0" fmla="*/ 0 w 6903720"/>
              <a:gd name="connsiteY0" fmla="*/ 27432 h 8019288"/>
              <a:gd name="connsiteX1" fmla="*/ 6903720 w 6903720"/>
              <a:gd name="connsiteY1" fmla="*/ 0 h 8019288"/>
              <a:gd name="connsiteX2" fmla="*/ 6903720 w 6903720"/>
              <a:gd name="connsiteY2" fmla="*/ 8019288 h 8019288"/>
              <a:gd name="connsiteX3" fmla="*/ 0 w 6903720"/>
              <a:gd name="connsiteY3" fmla="*/ 8019288 h 8019288"/>
              <a:gd name="connsiteX4" fmla="*/ 0 w 6903720"/>
              <a:gd name="connsiteY4" fmla="*/ 27432 h 801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3720" h="8019288">
                <a:moveTo>
                  <a:pt x="0" y="27432"/>
                </a:moveTo>
                <a:lnTo>
                  <a:pt x="6903720" y="0"/>
                </a:lnTo>
                <a:lnTo>
                  <a:pt x="6903720" y="8019288"/>
                </a:lnTo>
                <a:lnTo>
                  <a:pt x="0" y="8019288"/>
                </a:lnTo>
                <a:cubicBezTo>
                  <a:pt x="0" y="5355336"/>
                  <a:pt x="4142232" y="3057144"/>
                  <a:pt x="0" y="27432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691B9-4511-E2E7-55E0-CA47A5C64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742" y="1365220"/>
            <a:ext cx="6723888" cy="67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6000" dirty="0">
                <a:solidFill>
                  <a:schemeClr val="bg1"/>
                </a:solidFill>
              </a:rPr>
              <a:t>Mes faibless</a:t>
            </a:r>
            <a:r>
              <a:rPr lang="en-CA" sz="6000" dirty="0">
                <a:solidFill>
                  <a:srgbClr val="F7F8F8"/>
                </a:solidFill>
              </a:rPr>
              <a:t>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D650E-4F41-9FC0-F2AE-E009BC984855}"/>
              </a:ext>
            </a:extLst>
          </p:cNvPr>
          <p:cNvSpPr txBox="1"/>
          <p:nvPr/>
        </p:nvSpPr>
        <p:spPr>
          <a:xfrm>
            <a:off x="1498862" y="2177895"/>
            <a:ext cx="53449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solidFill>
                  <a:schemeClr val="bg1"/>
                </a:solidFill>
              </a:rPr>
              <a:t>je me déconcentre rapidement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solidFill>
                  <a:schemeClr val="bg1"/>
                </a:solidFill>
              </a:rPr>
              <a:t>ma vitesse a effectué une tache est </a:t>
            </a:r>
            <a:r>
              <a:rPr lang="fr-CA" sz="2000" dirty="0">
                <a:solidFill>
                  <a:srgbClr val="F7F8F8"/>
                </a:solidFill>
              </a:rPr>
              <a:t>lente</a:t>
            </a:r>
            <a:endParaRPr lang="en-CA" sz="2000" dirty="0">
              <a:solidFill>
                <a:srgbClr val="F7F8F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82498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733C-3C33-0282-8A82-13033DE4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87374"/>
            <a:ext cx="10515600" cy="1325563"/>
          </a:xfrm>
        </p:spPr>
        <p:txBody>
          <a:bodyPr/>
          <a:lstStyle/>
          <a:p>
            <a:r>
              <a:rPr lang="fr-CA" dirty="0">
                <a:solidFill>
                  <a:srgbClr val="F2F2EE"/>
                </a:solidFill>
              </a:rPr>
              <a:t>Domaine multimédia qui m’attire</a:t>
            </a:r>
            <a:endParaRPr lang="en-CA" dirty="0">
              <a:solidFill>
                <a:srgbClr val="F2F2EE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9D7E59-6603-1602-FBF6-25967E691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>
                <a:solidFill>
                  <a:srgbClr val="F2F2EE"/>
                </a:solidFill>
              </a:rPr>
              <a:t>L’audiovisuel et le 3D </a:t>
            </a:r>
          </a:p>
          <a:p>
            <a:r>
              <a:rPr lang="fr-CA" dirty="0">
                <a:solidFill>
                  <a:srgbClr val="F2F2EE"/>
                </a:solidFill>
              </a:rPr>
              <a:t>j’aime l’aspect du montage</a:t>
            </a:r>
          </a:p>
          <a:p>
            <a:r>
              <a:rPr lang="fr-CA" dirty="0">
                <a:solidFill>
                  <a:srgbClr val="F2F2EE"/>
                </a:solidFill>
              </a:rPr>
              <a:t> Ça me permet de transmettre ma créativité en projet. </a:t>
            </a:r>
            <a:endParaRPr lang="en-CA" dirty="0">
              <a:solidFill>
                <a:srgbClr val="F2F2EE"/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13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erson walking up a hill&#10;&#10;AI-generated content may be incorrect.">
            <a:extLst>
              <a:ext uri="{FF2B5EF4-FFF2-40B4-BE49-F238E27FC236}">
                <a16:creationId xmlns:a16="http://schemas.microsoft.com/office/drawing/2014/main" id="{5E7434F3-F3B6-3D33-CA3E-96F0A68CD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03" b="42177"/>
          <a:stretch>
            <a:fillRect/>
          </a:stretch>
        </p:blipFill>
        <p:spPr>
          <a:xfrm>
            <a:off x="-3921531" y="-348268"/>
            <a:ext cx="16232936" cy="912933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DB5C4B7-7DA7-57B1-1F7A-F8100106CFCC}"/>
              </a:ext>
            </a:extLst>
          </p:cNvPr>
          <p:cNvSpPr/>
          <p:nvPr/>
        </p:nvSpPr>
        <p:spPr>
          <a:xfrm>
            <a:off x="-274320" y="-91440"/>
            <a:ext cx="6144768" cy="7178040"/>
          </a:xfrm>
          <a:custGeom>
            <a:avLst/>
            <a:gdLst>
              <a:gd name="connsiteX0" fmla="*/ 0 w 6135624"/>
              <a:gd name="connsiteY0" fmla="*/ 0 h 7150608"/>
              <a:gd name="connsiteX1" fmla="*/ 6135624 w 6135624"/>
              <a:gd name="connsiteY1" fmla="*/ 0 h 7150608"/>
              <a:gd name="connsiteX2" fmla="*/ 6135624 w 6135624"/>
              <a:gd name="connsiteY2" fmla="*/ 7150608 h 7150608"/>
              <a:gd name="connsiteX3" fmla="*/ 0 w 6135624"/>
              <a:gd name="connsiteY3" fmla="*/ 7150608 h 7150608"/>
              <a:gd name="connsiteX4" fmla="*/ 0 w 6135624"/>
              <a:gd name="connsiteY4" fmla="*/ 0 h 7150608"/>
              <a:gd name="connsiteX0" fmla="*/ 0 w 6144768"/>
              <a:gd name="connsiteY0" fmla="*/ 0 h 7178040"/>
              <a:gd name="connsiteX1" fmla="*/ 6135624 w 6144768"/>
              <a:gd name="connsiteY1" fmla="*/ 0 h 7178040"/>
              <a:gd name="connsiteX2" fmla="*/ 6144768 w 6144768"/>
              <a:gd name="connsiteY2" fmla="*/ 7178040 h 7178040"/>
              <a:gd name="connsiteX3" fmla="*/ 0 w 6144768"/>
              <a:gd name="connsiteY3" fmla="*/ 7150608 h 7178040"/>
              <a:gd name="connsiteX4" fmla="*/ 0 w 6144768"/>
              <a:gd name="connsiteY4" fmla="*/ 0 h 7178040"/>
              <a:gd name="connsiteX0" fmla="*/ 0 w 6144768"/>
              <a:gd name="connsiteY0" fmla="*/ 0 h 7178040"/>
              <a:gd name="connsiteX1" fmla="*/ 6135624 w 6144768"/>
              <a:gd name="connsiteY1" fmla="*/ 0 h 7178040"/>
              <a:gd name="connsiteX2" fmla="*/ 6144768 w 6144768"/>
              <a:gd name="connsiteY2" fmla="*/ 7178040 h 7178040"/>
              <a:gd name="connsiteX3" fmla="*/ 0 w 6144768"/>
              <a:gd name="connsiteY3" fmla="*/ 7150608 h 7178040"/>
              <a:gd name="connsiteX4" fmla="*/ 0 w 6144768"/>
              <a:gd name="connsiteY4" fmla="*/ 0 h 717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44768" h="7178040">
                <a:moveTo>
                  <a:pt x="0" y="0"/>
                </a:moveTo>
                <a:lnTo>
                  <a:pt x="6135624" y="0"/>
                </a:lnTo>
                <a:cubicBezTo>
                  <a:pt x="6138672" y="2392680"/>
                  <a:pt x="2319528" y="1466088"/>
                  <a:pt x="6144768" y="7178040"/>
                </a:cubicBezTo>
                <a:lnTo>
                  <a:pt x="0" y="715060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21F3D9-51CF-7178-AAFC-DB7E825A387E}"/>
              </a:ext>
            </a:extLst>
          </p:cNvPr>
          <p:cNvSpPr>
            <a:spLocks noGrp="1"/>
          </p:cNvSpPr>
          <p:nvPr/>
        </p:nvSpPr>
        <p:spPr>
          <a:xfrm>
            <a:off x="5618725" y="49970"/>
            <a:ext cx="5479415" cy="1698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fr-FR" sz="3200" kern="1200" dirty="0">
                <a:solidFill>
                  <a:srgbClr val="F2F2EE"/>
                </a:solidFill>
                <a:effectLst/>
                <a:latin typeface="Calibri Light" panose="020F030202020403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Mon domaine multimédia le moins préféré </a:t>
            </a:r>
            <a:endParaRPr lang="en-CA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A0F3B95-C5CE-F660-F3D8-46E04A42B26E}"/>
              </a:ext>
            </a:extLst>
          </p:cNvPr>
          <p:cNvSpPr>
            <a:spLocks noGrp="1"/>
          </p:cNvSpPr>
          <p:nvPr/>
        </p:nvSpPr>
        <p:spPr>
          <a:xfrm>
            <a:off x="5505603" y="3730625"/>
            <a:ext cx="5479415" cy="3447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3429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CA" sz="2000" kern="1200" dirty="0">
                <a:solidFill>
                  <a:srgbClr val="F2F2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jeux vidéo </a:t>
            </a:r>
            <a:endParaRPr lang="en-CA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CA" sz="2000" kern="1200" dirty="0">
                <a:solidFill>
                  <a:srgbClr val="F2F2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 ne joue pas beaucoup aux jeux vidéo</a:t>
            </a:r>
            <a:endParaRPr lang="en-CA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CA" sz="2000" kern="1200" dirty="0">
                <a:solidFill>
                  <a:srgbClr val="F2F2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L'aspect de la création m’intéresse </a:t>
            </a:r>
            <a:endParaRPr lang="en-CA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87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48C8-0DC1-908E-2E7F-3A72922A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fr-CA" sz="3700" dirty="0">
                <a:solidFill>
                  <a:srgbClr val="F2F2EE"/>
                </a:solidFill>
              </a:rPr>
              <a:t>Mon premier choix d’étude universitaire</a:t>
            </a:r>
            <a:endParaRPr lang="en-CA" sz="3700" dirty="0">
              <a:solidFill>
                <a:srgbClr val="F2F2EE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2A0F2-6925-ABFA-1E51-4FC3DE186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r>
              <a:rPr lang="fr-CA" sz="2000" dirty="0">
                <a:solidFill>
                  <a:srgbClr val="F2F2EE"/>
                </a:solidFill>
              </a:rPr>
              <a:t>Un program dans l’audiovisuel </a:t>
            </a:r>
          </a:p>
          <a:p>
            <a:r>
              <a:rPr lang="fr-CA" sz="2000" dirty="0">
                <a:solidFill>
                  <a:srgbClr val="F2F2EE"/>
                </a:solidFill>
              </a:rPr>
              <a:t>Le montage</a:t>
            </a:r>
          </a:p>
          <a:p>
            <a:endParaRPr lang="en-CA" sz="2000" dirty="0"/>
          </a:p>
        </p:txBody>
      </p:sp>
      <p:pic>
        <p:nvPicPr>
          <p:cNvPr id="4" name="Picture 3" descr="A close-up of an hourglass&#10;&#10;AI-generated content may be incorrect.">
            <a:extLst>
              <a:ext uri="{FF2B5EF4-FFF2-40B4-BE49-F238E27FC236}">
                <a16:creationId xmlns:a16="http://schemas.microsoft.com/office/drawing/2014/main" id="{8DE8FE06-F5A9-0A21-8956-107A56928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84" r="-1" b="17622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6891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CA3A-B2A1-1BAB-A169-6823335FD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fr-CA" sz="4000" dirty="0">
                <a:solidFill>
                  <a:srgbClr val="F2F2EE"/>
                </a:solidFill>
              </a:rPr>
              <a:t>Mon deuxième choix d’étude universitaire</a:t>
            </a:r>
            <a:endParaRPr lang="en-CA" sz="4000" dirty="0">
              <a:solidFill>
                <a:srgbClr val="F2F2EE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2D6E8-CD44-36FF-5E86-AC5B4D1D8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fr-CA" sz="2000" dirty="0">
                <a:solidFill>
                  <a:srgbClr val="F2F2EE"/>
                </a:solidFill>
              </a:rPr>
              <a:t>Un programme lié a la modélisation 3D</a:t>
            </a:r>
          </a:p>
          <a:p>
            <a:pPr marL="0" indent="0">
              <a:buNone/>
            </a:pPr>
            <a:endParaRPr lang="en-CA" sz="2000" dirty="0"/>
          </a:p>
        </p:txBody>
      </p:sp>
      <p:pic>
        <p:nvPicPr>
          <p:cNvPr id="4" name="Picture 3" descr="A spiral staircase with a black railing&#10;&#10;AI-generated content may be incorrect.">
            <a:extLst>
              <a:ext uri="{FF2B5EF4-FFF2-40B4-BE49-F238E27FC236}">
                <a16:creationId xmlns:a16="http://schemas.microsoft.com/office/drawing/2014/main" id="{B337A805-67A2-E18F-9BB3-B0EB1E20C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3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solidFill>
            <a:schemeClr val="bg2">
              <a:lumMod val="10000"/>
            </a:schemeClr>
          </a:solidFill>
          <a:effectLst/>
        </p:spPr>
      </p:pic>
    </p:spTree>
    <p:extLst>
      <p:ext uri="{BB962C8B-B14F-4D97-AF65-F5344CB8AC3E}">
        <p14:creationId xmlns:p14="http://schemas.microsoft.com/office/powerpoint/2010/main" val="279007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6F85-6425-8AAC-1DA6-2208D38D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87374"/>
            <a:ext cx="10515600" cy="1325563"/>
          </a:xfrm>
        </p:spPr>
        <p:txBody>
          <a:bodyPr/>
          <a:lstStyle/>
          <a:p>
            <a:r>
              <a:rPr lang="fr-CA" dirty="0">
                <a:solidFill>
                  <a:srgbClr val="F2F2EE"/>
                </a:solidFill>
              </a:rPr>
              <a:t>Pour conclure,</a:t>
            </a:r>
            <a:endParaRPr lang="en-CA" dirty="0">
              <a:solidFill>
                <a:srgbClr val="F2F2EE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2CFA6-0BEC-1D5E-BDE9-EDE35859B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>
                <a:solidFill>
                  <a:srgbClr val="F2F2EE"/>
                </a:solidFill>
              </a:rPr>
              <a:t>Je suis une personne créative</a:t>
            </a:r>
          </a:p>
          <a:p>
            <a:r>
              <a:rPr lang="fr-CA" dirty="0">
                <a:solidFill>
                  <a:srgbClr val="F2F2EE"/>
                </a:solidFill>
              </a:rPr>
              <a:t>J’aime l’audiovisuel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83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9c3c74-d4de-4dc7-9752-55b5009c54c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74CD0042509D4896ADCE3766E009AA" ma:contentTypeVersion="10" ma:contentTypeDescription="Crée un document." ma:contentTypeScope="" ma:versionID="d6b82c15bb90c3f5905f95bf3f6c11bc">
  <xsd:schema xmlns:xsd="http://www.w3.org/2001/XMLSchema" xmlns:xs="http://www.w3.org/2001/XMLSchema" xmlns:p="http://schemas.microsoft.com/office/2006/metadata/properties" xmlns:ns3="e19c3c74-d4de-4dc7-9752-55b5009c54c6" targetNamespace="http://schemas.microsoft.com/office/2006/metadata/properties" ma:root="true" ma:fieldsID="d34b735ba5a46753f8968318bf8db23d" ns3:_="">
    <xsd:import namespace="e19c3c74-d4de-4dc7-9752-55b5009c54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c3c74-d4de-4dc7-9752-55b5009c54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9DC532-B04B-4874-9793-2763FDCD4DC6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19c3c74-d4de-4dc7-9752-55b5009c54c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FF98310-BF13-4BF4-97FA-8F2DD86E5C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756513-CA4D-4B9A-92A1-23CF4827E6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9c3c74-d4de-4dc7-9752-55b5009c54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</TotalTime>
  <Words>300</Words>
  <Application>Microsoft Office PowerPoint</Application>
  <PresentationFormat>Widescreen</PresentationFormat>
  <Paragraphs>63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Office Theme</vt:lpstr>
      <vt:lpstr>Analyse d’un profil multimédia</vt:lpstr>
      <vt:lpstr>PowerPoint Presentation</vt:lpstr>
      <vt:lpstr>Pourquoi ce programme</vt:lpstr>
      <vt:lpstr>Mon profil multimédia</vt:lpstr>
      <vt:lpstr>Mes forces</vt:lpstr>
      <vt:lpstr>PowerPoint Presentation</vt:lpstr>
      <vt:lpstr>Domaine multimédia qui m’attire</vt:lpstr>
      <vt:lpstr>PowerPoint Presentation</vt:lpstr>
      <vt:lpstr>Mon premier choix d’étude universitaire</vt:lpstr>
      <vt:lpstr>Mon deuxième choix d’étude universitaire</vt:lpstr>
      <vt:lpstr>Pour conclure,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Manoukian, Aline Teresa</dc:creator>
  <cp:lastModifiedBy>Manoukian, Aline Teresa</cp:lastModifiedBy>
  <cp:revision>1</cp:revision>
  <dcterms:created xsi:type="dcterms:W3CDTF">2025-11-03T15:42:17Z</dcterms:created>
  <dcterms:modified xsi:type="dcterms:W3CDTF">2025-11-10T22:13:50Z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0x0101001174CD0042509D4896ADCE3766E009AA</vt:lpwstr>
  </property>
</Properties>
</file>